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39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進度報告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3B63"/>
                </a:solidFill>
                <a:latin typeface="微軟正黑體"/>
              </a:rPr>
              <a:t>室內掃描場景 → Sionna 通道模擬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</a:rPr>
              <a:t>Student: 台科大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333333"/>
                </a:solidFill>
                <a:latin typeface="微軟正黑體"/>
              </a:rPr>
              <a:t>Date: 2026.09.10 Thu.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3333"/>
                </a:solidFill>
                <a:latin typeface="微軟正黑體"/>
              </a:rP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333333"/>
                </a:solidFill>
                <a:latin typeface="微軟正黑體"/>
              </a:rPr>
              <a:t>本週進度與成果</a:t>
            </a:r>
          </a:p>
          <a:p>
            <a:pPr lvl="1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微軟正黑體"/>
              </a:rPr>
              <a:t>一、手機掃描檔案(GLB)裡有哪些資訊</a:t>
            </a:r>
          </a:p>
          <a:p>
            <a:pPr lvl="1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微軟正黑體"/>
              </a:rPr>
              <a:t>二、GLB → USD 轉換,以及如何餵給 Sionna 當場景輸入</a:t>
            </a:r>
          </a:p>
          <a:p>
            <a:pPr lvl="1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微軟正黑體"/>
              </a:rPr>
              <a:t>三、整個流程最大的問題:材質,以及用演算法的解法</a:t>
            </a:r>
          </a:p>
          <a:p>
            <a:pPr lvl="1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微軟正黑體"/>
              </a:rPr>
              <a:t>四、三個 8 小時走廊人流劇本(人數 / 路線 / 流量)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333333"/>
                </a:solidFill>
                <a:latin typeface="微軟正黑體"/>
              </a:rPr>
              <a:t>下週進度規劃與預期成果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333333"/>
                </a:solidFill>
                <a:latin typeface="微軟正黑體"/>
              </a:rPr>
              <a:t>參考資料 / 文獻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65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400" b="1">
                <a:solidFill>
                  <a:srgbClr val="1F3B63"/>
                </a:solidFill>
                <a:latin typeface="微軟正黑體"/>
              </a:rPr>
              <a:t>一、手機掃描產生的 2026_9_6.glb 裡有哪些資訊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81328"/>
          <a:ext cx="5257800" cy="251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429768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項目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實際內容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檔案格式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glTF 2.0 二進位 (GLB),28.0 MB;JSON chunk 描述結構 + BIN chunk 存頂點與貼圖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幾何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15 個 mesh / 90,726 三角形 / 58,210 頂點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實體尺寸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14.3 × 6.3 × 65.6 m(走廊,已是公尺尺度不需縮放)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頂點屬性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只有 POSITION 與 TEXCOORD_0 —— 沒有法線 (NORMAL)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貼圖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15 張 4096×4096 JPEG 材質圖集,共 28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材質定義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15 個 material,只有 baseColorTexture,沒有任何 PBR 參數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760720" y="1481328"/>
            <a:ext cx="3063240" cy="265176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掃描檔的三個先天限制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① 沒有法線 —— 面的朝向(牆/地/天花板)要自己從幾何算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② 每個貼圖區塊是獨立 mesh,頂點沒有跨塊焊接,邊界看起來像破洞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③ 只有顏色、沒有材質語意 —— Sionna 需要的是 itu_* 電磁材質,不是 JPEG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4224528"/>
            <a:ext cx="8503920" cy="59436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結論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</a:rPr>
              <a:t>檔案本身可用:尺度正確、貼圖完整、拓樸夠乾淨(開放邊 0.8%)。缺的是「法線、焊接、材質語意」三件事,這正是後續轉換要補的。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65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400" b="1">
                <a:solidFill>
                  <a:srgbClr val="1F3B63"/>
                </a:solidFill>
                <a:latin typeface="微軟正黑體"/>
              </a:rPr>
              <a:t>二、GLB → USD → Sionna 的轉換流程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44752"/>
          <a:ext cx="8503920" cy="2604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291840"/>
                <a:gridCol w="43434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階段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做法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關鍵細節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① 解析 GLB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讀 JSON + BIN chunk,依 node 階層套用變換矩陣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處理 byteStride,支援交錯式頂點緩衝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② 地板定位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取「朝上的水平面」做面積加權直方圖,取峰值當地板高度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不能取最低點 —— 掃描雜訊會低於真實地板 2.15 m,人會浮在半空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③ 寫 USD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UsdGeomMesh + UsdPreviewSurface / UsdUVTexture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doubleSided=true(否則 RTX 背面剔除會看不見)、補 extent、UV v 軸翻轉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④ 室內視角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天花板與室內在 2.2 m 切開,分成兩個 prim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可單獨收起天花板,從上方觀察室內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⑤ 轉 Mitsuba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跨塊焊接頂點、補洞(質心扇形三角化)、依材質輸出 PLY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91,790 面 / 補洞 6 處;材質各自一個 shape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45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⑥ 交給 Sionna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劇本帶 geometry_source = mitsuba_xml_path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直接以掃描幾何做光追,不再用方塊建築近似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4370832"/>
            <a:ext cx="8503920" cy="43891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產出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</a:rPr>
              <a:t>scan_20260906.usd (1.5 MB, Kit 正常顯示)  |  scan_20260906.mitsuba.xml + 每材質一份 PLY  |  bbox  X ±7.15 m,Y −2.15~4.18 m,Z ±32.78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65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400" b="1">
                <a:solidFill>
                  <a:srgbClr val="1F3B63"/>
                </a:solidFill>
                <a:latin typeface="微軟正黑體"/>
              </a:rPr>
              <a:t>三、整個流程最大的問題:材質判定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44752"/>
          <a:ext cx="5257800" cy="112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2628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面向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問題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Sionna 需要 itu_concrete / itu_wood / itu_glass 等電磁材質;掃描檔只有顏色。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判錯會直接改變反射與穿透,通道結果就不對。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早期誤判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把水泥牆判成 itu_glass —— 兩者反射率與穿透損耗差距極大,覆蓋圖整個走樣。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原因:只看「亮且低飽和」這種寫死的門檻,走廊白牆在強光下正好符合。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2880360"/>
            <a:ext cx="5257800" cy="1938528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現在的演算法(ruleset v9)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① 平面 + 顏色區域成長分割(法線夾角 22°、距離 0.12 m、色差 0.18)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② 灰世界正規化,消除拍攝光線差異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③ Otsu 自動決定飽和度門檻,不用寫死的固定值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④ 兩層判斷:牆面靠幾何(水平 / 垂直),木材靠區塊顏色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⑤ 形態學閉運算 + 連通元件去雜點(本場景修正 352 面)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⑥ 保守模式:玻璃 / 金屬證據不足就不判,退回 concrete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1444752"/>
          <a:ext cx="3063240" cy="141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77240"/>
                <a:gridCol w="86868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合成場景驗證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面數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正確率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corridor(走廊)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12,644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0.992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classroom(教室)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5,113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0.952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laboratory(實驗室)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4,032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0.830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gymnasium(體育館)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60,712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0.987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small_office(小辦公室)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788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  <a:latin typeface="微軟正黑體"/>
                        </a:rPr>
                        <a:t>0.978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720" y="2880360"/>
            <a:ext cx="3063240" cy="89611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光度穩定度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</a:rPr>
              <a:t>曝光 ±30%、gamma 0.8 / 1.25、白平衡偏暖 / 偏冷、雜訊 σ=0.05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</a:rPr>
              <a:t>→ 標籤改變均 ≤ 1.7%,不隨拍攝條件飄移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886200"/>
            <a:ext cx="3063240" cy="932688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本場景結果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</a:rPr>
              <a:t>itu_concrete 94.67% (1,212.6 m²)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</a:rPr>
              <a:t>itu_wood 5.33% (68.2 m²)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</a:rPr>
              <a:t>證據覆蓋 88.8%,其餘 11.2% 保守退回 concrete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65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400" b="1">
                <a:solidFill>
                  <a:srgbClr val="1F3B63"/>
                </a:solidFill>
                <a:latin typeface="微軟正黑體"/>
              </a:rPr>
              <a:t>四、三個 8 小時走廊人流劇本(人數 / 路線 / 流量)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81328"/>
          <a:ext cx="5669280" cy="1094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188720"/>
                <a:gridCol w="1097280"/>
                <a:gridCol w="640080"/>
                <a:gridCol w="64008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劇本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時段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尖峰 / 平均人數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進出段數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位置點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通道快取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corridor_00_08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00:00 – 08:00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6 / 0.9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912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1.0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corridor_08_16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08:00 – 16:00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18 / 12.6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20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12,142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5.5 MB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corridor_16_24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16:00 – 24:00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15 / 9.1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8,846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4.0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2788920"/>
            <a:ext cx="5257800" cy="20574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劇本內容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人數:依作息曲線排班(凌晨近乎無人 → 上午進場 → 中午尖峰 18 人 → 午後減少 → 傍晚回升 → 夜間遞減),實際人數與目標曲線完全一致。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路線:A* 在可走區域上規劃,4,190 個位置點全部落在可走範圍內、不穿牆。從走廊一端進場,走到另一端離場(離場即從畫面消失)。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流量:四種模式加權抽樣 —— idle 30% / browse 40% / video 20% / upload 10%,每 120 秒換一次並加 ±35% 抖動。DL 中位數約 1 Mbps、尖峰 6 Mbps。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481328"/>
            <a:ext cx="3063240" cy="3364992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通道快取(precompute)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以 Sionna 對每個 tick 離線算出 path gain,存成 [tick, UE, cell] 三維陣列。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24 小時 = 172,800 個 tick × 18 UE × 2 cell = 622 萬筆。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播放時 RU 直接查表,不必再跑光追 —— 這是能即時、甚至加速播放的前提。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幾何來源是掃描的走廊本體(max_depth = 5),牆面材質即前頁分類結果。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</a:rPr>
              <a:t>數值範圍 −262 ~ −40 dB:貼近基地台約 −40 dB,被牆完全遮蔽時衰減極深。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</a:rPr>
              <a:t>下週進度規劃與預期成果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657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400" b="1">
                <a:solidFill>
                  <a:srgbClr val="1F3B63"/>
                </a:solidFill>
                <a:latin typeface="微軟正黑體"/>
              </a:rPr>
              <a:t>工作規劃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81328"/>
          <a:ext cx="8503920" cy="2226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572000"/>
                <a:gridCol w="306324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工作性質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工作規劃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</a:rPr>
                        <a:t>預期成果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整備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整理完整的 RAN sim 系統:盤點 UE / RU / DU / CU / E2 / xApp 全鏈路的現況、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介面與已知問題,收斂成單一份系統現況文件。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目前的認知分散在多次除錯過程中,需要一份可對照的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全貌,避免重複踩同樣的坑。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驗證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用三個 8 小時劇本跑一次完整模擬,產出端到端模擬報告: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覆蓋、換手、流量、KPM 指標與三個時段的比較。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一份基準報告 —— 之後任何改動都能跟它對照,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判斷是改好還是改壞。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開發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把這次踩到的環境性問題固化成常規流程:GPU 掉失偵測、長跑記憶體控制、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斷點續跑。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長時間模擬可重複執行,不再因為單一次中斷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微軟正黑體"/>
                        </a:rPr>
                        <a:t>就損失數小時計算。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4279392"/>
            <a:ext cx="8503920" cy="566928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</a:rPr>
              <a:t>本次的檢討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</a:rPr>
              <a:t>這幾天在材質判定、座標語意(天線高度 vs 腳底高度)、GPU 環境上反覆跌撞,流程一度混亂。下一階段先把系統整理清楚,再談新功能。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3333"/>
                </a:solidFill>
                <a:latin typeface="微軟正黑體"/>
              </a:rPr>
              <a:t>參考資料 / 文獻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Khronos Group — glTF 2.0 Specification(GLB 容器、accessor / bufferView / byteStride)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Pixar — Universal Scene Description:UsdGeomMesh、UsdPreviewSurface、UsdUVTexture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NVIDIA Sionna RT 文件 —— RadioMapSolver、PathSolver 與 itu_* 無線電材質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Mitsuba 3 Documentation —— PLY shape、diffuse BSDF、scene XML 格式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ITU-R P.2040 —— 建材的電磁特性(itu_concrete / itu_wood / itu_glass 的依據)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Otsu, N. (1979). A Threshold Selection Method from Gray-Level Histograms. IEEE SMC.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軟正黑體"/>
              </a:rPr>
              <a:t>實作與驗測記錄:plan/scan_material_report.md、plan/sionna_scan_assessment.md、tools/scan_material_benchmark.py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209</Words>
  <Application>Microsoft Office PowerPoint</Application>
  <PresentationFormat>如螢幕大小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11</cp:revision>
  <dcterms:modified xsi:type="dcterms:W3CDTF">2026-08-26T01:12:23Z</dcterms:modified>
</cp:coreProperties>
</file>