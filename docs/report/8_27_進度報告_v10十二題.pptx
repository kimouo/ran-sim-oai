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兩個不同 CGI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 SMO:根治要重新規劃 PCI,那是管理面的事,xApp 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換手失敗集中在「接入失敗」這個原因(佔比高)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在檔案熱開關指名目標 cell,執行器讓每次換手都在執行階段回接入失敗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鄰居本身壞掉;與第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 ∧ 嘗試 ≥0.5/min ∧ 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驅動嘗試,不灌假事件;樣本要真的累積到 50 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病重(成功率低)又有人在用(樣本足)才動手,避免兩三筆就誤判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止血後:失敗累計凍結、換手嘗試歸零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自動跳過該目標,嘗試數自然降到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不是靠旗標說了算,而是行為真的變了才算止血生效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Arial"/>
                <a:ea typeface="Microsoft JhengHei"/>
              </a:rPr>
              <a:t>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同一個「外來頻點」上一次出現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場景佈兩層:3.5GHz 的 s11(服務)+ 2.1GHz 的 f55/f61/f68 三顆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要求成批出現:單獨一顆可能誤讀,一次多顆才代表整層真的在那裡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 ≥ −88dBm ∧ 回報率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2.1GHz 訊號穩定達標;干擾計算只算同頻,不會拖累 3.5G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夠強又持續才補,避免把偶發的跨頻樣本當成缺層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這個頻點不在該來源 cell 的「已知頻點清單」裡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自己的頻率 + 既有關係涉及的頻率,每顆 cell 各自一份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清單空的(從沒建過跨頻關係)最需要補,卻最容易被程式直接跳過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場景長這樣:3.5GHz 層有 s11(UE 目前的服務 cell,pci 160)和同頻鄰居 n50(pci 172);2.1GHz 層另外佈了三顆 f55 / f61 / f68(pci 55/61/68),錯落在 s11 周邊 150~240 公尺處。UE 待在 s11 上,五顆 cell 全部量得到。佈病只做一個動作:把 s11 通往那三顆 2.1GHz cell 的關係一次全砍(整層消失),再把 UE 搬回 s11。「看得到卻換不過去」靠兩個機制同時成立:①干擾只算同頻 —— 2.1GHz 的訊號不會拉低 3.5GHz 的 SINR,UE 待著很穩不會掉線,病徵才不會變成別題;②沒有關係 → A3 被鄰區表的閘擋住,想換也換不了。同頻的 s11→n50 關係刻意保持健康,當對照組。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某顆 cell 的鄰區表已達上限(8/8)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灌合成條目,把 n60/n61/n62 三顆的表各自填到剛好 8 條滿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各自算的;全網總數沒滿,不代表某一顆沒滿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修剪候選 = 量測 ≤1/min 且換手嘗試 = 0(最冷)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灌進去的條目指向場景裡根本不存在的 cell,UE 永遠量不到、也不會換過去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「冷」就是沒人在用;最冷的先刪,還有人在用的不能動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刪下去才知道會不會被拒(受保護條目)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其中一條刻意標成受保護,刪它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看不到「可否移除」,所以這是事後防線,不是事前檢查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條,送 REMOVE 試著騰位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送 ADD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不硬刪、不重試,改送 SMO 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這段期間,其他負責「發現新鄰居」的分支看到這顆滿載會自己不送 ADD,等騰位完成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場景長這樣:三顆同頻 cell n60 / n61 / n62 一字排開(相距 300 公尺),另有一顆 n77 在北側 200 公尺處 —— 它是「真的該被加進表裡」的新鄰居(UE 量得到,但標成不可駐留,所以只會被當成鄰居看待)。佈病做三件事:①砍掉三顆 cell 通往 n77 的關係,讓它變成待加入的新鄰居;②各灌一條零活動的 x24(可刪)與一條受保護的 x25(刪不掉);③再用合成條目 pad01… 把每顆的表填到剛好 8 條上限。x24 / x25 / pad 指向的 cell 在場景裡都不存在,所以天生零量測、零換手 —— 冷度滿分;而 n77 是真實 cell、有量測,對比就出來了。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換手失敗集中在「目標不可用」且持續(≥0.5/min、20 秒以上)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關係裡記的 PCI 留舊值 205、cell 實際是 233;執行器換手前比對不符就回失敗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 UE 實際量到的 PCI,解回同一顆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 b07 的真實 PCI 233,解析出的全域識別與表裡那條指的是同一顆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該修對應;解回別顆才是新鄰居(第 4 題)—— 這是兩題的鑑別線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0(真的有人在試)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UE 搬回 s15,A3 才會反覆去撞這條壞掉的對應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沒人嘗試就沒有失敗率;嘗試 = 0 的「零失敗」是沒人走,不是健康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場景長這樣:兩顆同頻 cell,s15(pci 200)在西、b07(pci 233)在東,相距 300 公尺。UE 在 s15 這側 15 公尺的小範圍來回 —— 訊號好到足以觸發 A3 去換 b07,又不會掉線(A3 門檻刻意調低到 1.0/0.5dB,讓觸發窗落在不會 RLF 的安全區)。佈病只改一個欄位:把 s15→b07 這條關係裡記的目標 PCI 改成舊值 205。執行器換手前會比對「表裡的 PCI」與「cell 實際的 PCI」,不符就回目標不可用 —— 這個比對是真的在算,不是我們填答案。另外必須把 UE 搬回 s15:先跑劇本時 A3 早就趁關係還正常把 UE 換去 b07 了,不搬回來就沒人會去撞這條壞掉的對應,嘗試率 = 0、病徵長不出來(坑 1)。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正當封鎖不動、無據封鎖修復,兩種都判對;hoValidated 欄位已修好,誤判成因排除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