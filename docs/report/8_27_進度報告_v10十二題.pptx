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依卷面重佈後實測:serving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REPORTCGI 解出 CGI,抽樣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送 ADD 請 gNB 建單向關係(反向由對方 gNB 自建),等 NRT 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 bySourceCell 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cgiResolutionSampling confusion=true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兩顆不同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 PCI 解出兩個不同 NCGI —— 這就是撞號的直接證據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nrCellIdentityByNcgi 映射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 NCGI 附上 36-bit NR Cell Identity(08/26 新增欄位)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群組換手必須指定「正確那一顆」的全域識別,不能靠 PCI 指路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消歧:owned 唯一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消歧唯一才敢動手;兩顆都在或都不在表上時,正解只剩通報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先送 SMO:PCI 撞號要靠重新規劃才能根治,xApp 只能止血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撞號期間不建關係(會建到錯的那一顆)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改用「群組換手」:條件寫 PCI、目標直接指定正確的 CGI,繞過歧義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確認換錯 cell 的比率 ≤5% 才算有效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預計操作結果:v10 正解:以 CGI 群組換手繞過歧義 + SMO 重規劃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EXECUTED 5/5 → twc=0;NO_MATCH=掃動 UE 正常,重試即可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HoExeInterFail(RandomAccessProblem)主導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檔案熱開關指定 n30_c0 → executor 對該目標每次換手都在執行階段回 RA 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鄰居本身有問題;與第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 ≤0.6 ∧ att ≥0.5/min ∧ 樣本 ≥10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要病重(成功率低)又有流量(樣本足)才動手,避免小樣本誤判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凍結 / att→0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 A3 跳過該目標,換手嘗試自然歸零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失敗累計凍結 + 嘗試歸零 = 封鎖真的生效的行為證據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一次設兩個旗標:禁止換過去(hoBlocklist)+ 禁止被刪掉(noRemove,保住失敗歷史)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不永久封鎖:時間到自動探測一次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探測又失敗就重新封鎖,間隔加倍(最多 4 倍)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要「乾淨且真的有流量」才判定恢復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預計操作結果:成對旗標封鎖 + L4 自動恢復探測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倍增鏈 300→600→1200 封頂 → 19:18:36 RECOVERED(流量背書)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Random Access 壞掉:在 tmp/ho_force_fail.txt 寫一行「n30_c0,RandomAccessProblem」,executor 對該目標的每次換手都在執行階段回 RA 失敗(UE 到得了、接不進)。用檔案而不用環境變數,是因為改 env 要重啟容器 —— 會打斷 xApp 的 L4 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外來 arfcn 上成批 ≥2 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場景放 3 顆 2.1GHz cell,佈病把 3.5G→2.1G 整層關係(3 條)一次砍掉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一次冒出多顆外來頻點的強 PCI = 缺的是整個頻率層,不是單一鄰居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−88dBm ∧ 率 ≥20/min ∧ 3窗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 訊號穩定達標;通道計算的干擾只算同頻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夠強又持續才建,避免把偶發的跨頻樣本當成缺層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known_for(src) per-source 頻率集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每個來源 cell 各自維護已知頻點集合,含「完全空表」的病例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空表不得直接跳過 —— 從沒建過任何跨頻關係的 cell 才最需要補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先確認這個頻點不在本 cell 已知的頻率清單裡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逐個 PCI 讀 CGI(帶上外來頻點)→ 送 ADD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預計操作結果:先補頻率關係,才輪得到 cell 級 ADD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場景本來就有 3 顆 2.1GHz cell,佈病把 3.5G→2.1G 的整層關係(3 條)一次砍掉。通道計算的干擾只算同頻,所以 2.1G 這一層對 UE 是「看得到、量得到、就是換不過去」。這題考的是頻率層關係要先補起來,cell 級的 ADD 才輪得到 —— 順序反了就永遠補不進去。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nrtCapacity.usedByCell ≥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灌入合成關係,把三顆 cell 的鄰區表各自填到 used == limit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 per-cell 概念:總量沒滿不代表某一顆沒滿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候選冷度:meas ≤1/min ∧ att=0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其中放一條零量測、零換手的 x24 當修剪對象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最冷的先刪;還有人在用的條目不能動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REJECTED_PROTECTED 事後拒絕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另放一條 noRemove 的 x25,刪它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 isRemoveAllowed,只能刪下去才知道 → 事後防線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挑最冷的條目(沒量測也沒換手)最多 3 條,送 REMOVE 騰位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騰出空間後再送 ADD 建新關係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若全被拒(受保護條目)→ 停手送 SMO,不硬刪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這段期間其他分支看到滿載會自動讓路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預計操作結果:try-prune:試刪最冷條目騰位(被拒即止)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4 組樣本全部判對(騰位成功與被拒停手兩種結局都涵蓋)。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灌入合成關係把三顆 cell 的鄰區表各自填到 used == limit(容量是 per-cell,不是全網總量)。裡面刻意混兩種條目:一條零量測零換手的 x24(該被修剪的最冷者),一條 noRemove 的 x25(刪它 CU 一定拒絕)。這樣 try-prune 的兩種結局 —— 騰位成功、被拒停手 —— 在同一場都驗得到。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 target_pci 留舊值 205、cell 實際已是 233 → 每次換手回 CellNotAvailable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打不到的目標:關係還在,但表裡記的對應已經失真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用 REPORTCGI 反查 UE 實際量到的 PCI,會解回同一個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該修對應(remap);解回別顆才是新鄰居(第 4 題)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病本身把 PRB 打到 100%(換手失敗,UE 全塞在來源 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被病汙染的指標不能當排除條件,否則永遠誤判成壅塞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先驗證:表裡記的 PCI 若其實還對就不動(避免誤修)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確認過期 → 刪舊條目 + 建正確的新條目,同一步完成不留空窗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看換手失敗率消退確認修好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Neighbor 還在,但表裡的資訊過期:只把條目的 target_pci 改成舊值 205,而 cell 實際 pci 已經是 233。executor 換手前比對兩者不符,直接回 CellNotAvailable。UE 必須先搬回 s15,A3 才會反覆去撞這條壞掉的對應;不搬的話 att=0、病徵長不出來 —— 這是坑 1 的教訓。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 ghost 條目 main→dead_c0,目標 cell 根本不存在 → 兩項天生同時為零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雙歸零才回收;只有一項為零可能只是暫時沒人走那個方向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另留 main→tmp_c0 當單零對照:量得到,但沒人換過去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單零不刪 —— 卷面把「單訊號歸零就刪」明列為典型錯誤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再建一條 protected 條目,REMOVE 下去 CU 必定拒絕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拒絕事件是 xApp 重啟後重建「不再重試」帳本的唯一料源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main→dead_c0:目標 cell 根本不存在,所以量測與換手嘗試天生同時為零。另外建 main→old_c0 並標 protected(驗 REMOVE 被拒的路徑),再留 main→tmp_c0 當單零對照(量得到但沒人換過去,不得誤刪)。三種條目同場,回收判準的三種結局才驗得完整。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正當封鎖不動、無據封鎖修復,兩種都判對;hoValidated 欄位已修好,誤判成因排除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