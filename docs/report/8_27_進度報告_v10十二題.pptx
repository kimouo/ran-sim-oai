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解出全域識別碼後補建關係,掉線歸零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服務訊號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卻不在鄰區表;該處人少,樣本天生稀疏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改看「比服務 cell 好 ≥10dB 且連 3 窗」而非樣本量 → 解出識別碼 → 請基地台補關係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出現一顆全新的 cell,任何關係都不指向它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兩顆不同的 cell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正解:用全域識別碼做群組換手繞過歧義 + 通報重新規劃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定期回頭探測(不永久封鎖)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先補頻率層關係,才輪得到個別 cell 的關係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刪舊條目+建新條目,同一步重指到正確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重建回流率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剪掉關係 → A3 被擋 → UE 掉線重建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換手失敗的回流證據(在目標側)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重建/量測的來源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每筆回報記下當下的服務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知道該幫哪一顆補關係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鄰區表查無此關係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佈病直接刪掉這一條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缺漏鄰區的定義本身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去讀目標的系統資訊、解出全域識別碼,唯一才採信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請基地台在「來源 cell」補這條關係(反向由對方基地台自建)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等鄰區表回讀確認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補上關係 → A3 換手成功 4 次 0 失敗 → 掉線歸零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場景長這樣:src(pci 20)與 nbr(pci 30)相距 300 公尺同頻,5 台 UE 以約 40km/h 在兩者之間來回穿越邊界。佈病只做一件事:把鄰區表裡 src→nbr 那一條刪掉。關鍵是模擬器的 A3 有一道「鄰區表閘門」—— 表上沒有這條關係就不准換手,UE 只能一路撐到訊號低於掉線門檻、T310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與服務 cell 差距 ≤6dB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位置實測落在此窄帶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已達「該換手」的程度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≥−85dBm、≥5/min、連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鄰區表查無;既有關係無失敗史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 s25→n35,其餘維持健康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要否決須有具名失敗當證據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服務訊號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解出全域識別碼(抽樣 5 次一致)→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只偵測不寫入,改通報請管理面建立(停用 ≠ 禁止改鄰區表)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場景長這樣:s25(pci 133)在中間,n35(pci 135)在東側 400 公尺、n37(pci 137)在西側 300 公尺;UE 在 s25 東側的窄帶內活動。同樣是剪掉關係,難的是位置:要讓鄰區訊號逼近 服務訊號(進入換手等效門檻)卻又不能讓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判定恢復(成功率 0.9)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探測/間隔倍增/封頂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5 台全數導正、換錯 cell 比率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補關係後掉線歸零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服務訊號中位 ≤−105dBm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停在天線凹陷處(實測 −107.5)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深邊緣的定義:看絕對值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45 度側(實測 +19.8dB)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絕對值再低,比服務好就值得建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樣本稀疏(僅為簽名)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 140/min,未做到卷面 0.6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稀疏不得當作駁回理由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分鐘算一次:鄰區訊號 − 同一份報告的服務訊號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個窗都成立才動手(服務訊號 ≤−105、增益 ≥10dB、鄰區表查無)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讀目標系統資訊、解出全域識別碼,抽樣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請基地台建立關係(xApp 不自己寫鄰區表),等鄰區表回讀確認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依卷面重佈後實測:服務訊號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場景長這樣:s28(服務 cell)在中央,n51 / n52 是兩顆既有的健康鄰居,n91(pci 209)是缺的那一條;UE 停在 s28 天線訊號凹陷的方向上(南北向),所以離得不遠、訊號卻很弱。依卷面重佈(08/26):不動發射功率,改用天線場型與幾何 —— UE 停在該處實測服務訊號 −107.5dBm 的深邊緣;n51 / n52 排在同一條軸線更遠處(−115 / −119dBm,比服務 cell 還弱,不會把 UE 拉走也不會搶走駐留);n91 擺在 45 度側,取得 +19.8dB 的相對增益。n91 另標成不可駐留,否則 UE 一掉線就重建過去,深邊緣狀態當場消失。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整張鄰區表查無此 (PCI, 頻點)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新增一顆 cell 且不建任何關係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全新面孔的定義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≥−100dBm、≥5/min、連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走近它,量測穩定達標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夠強又夠久才建,排除雜訊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既有關係成功率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其餘關係不注入任何失敗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請基地台叫 UE 讀出全域識別碼,抽樣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請基地台建立單向關係(反向由對方基地台自建),等鄰區表回讀確認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由量測的來源歸屬直接讀出,不再用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場景長這樣:s01(pci 101)為服務 cell,unk(pci 301)在東側 150 公尺,另有 n02 / n03 兩顆既有健康鄰居在西側;UE 橫越整條走廊。場景多放一顆 unk_c0(pci 301),並確保沒有任何關係指向它 —— cell 真的存在、UE 量得到、全域識別碼也解得出來,唯獨表上查無。與第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 PCI 解出兩顆不同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場景讓兩顆共用 pci=7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刪掉 mid→west 那一條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有依據才敢指定目標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解析結果逐顆附上識別碼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立刻通報管理面:根治要重新規劃 PCI,那不是 xApp 的職權,它只能止血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場景長這樣:mid(pci 0)在中間,west_c7 與 east_c7 分別在西、東各 350 公尺處,兩顆共用 pci=7;5 台 UE 沿 ±400 公尺東西掃越,三顆全部量得到。撞號直接寫在場景裡:west_c7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這題在演什麼:關係在、訊號正常,但兩個基地台之間的 Xn 傳輸沒接上 —— 換手請求連送都送不出去,UE 只能困在原地。難點:xApp 修不了 Xn(那是管理面的職權),它只能先止血、通報,然後等人修好;而且「修好了」不能只看旗標,要看換手成功率真的回升。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準備階段逾時佔多數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把「Xn 已建立」改成否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請求送不出去 = 傳輸層問題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狀態:未建立 → 已建立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劇本在止血後自動改回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只是觸發訊號,不是恢復證據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換手成功率回到 ≥0.9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修好後靠真實換手累積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失敗集中在準備階段 → 判斷是傳輸層問題,不是鄰居壞掉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設 xnBlocklist:關係留著,但禁止拿它當換手目標(止血,不拆線)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Xn 屬管理面職權,xApp 修不了 → 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觀測到 Xn 恢復 → 解除封鎖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通報請人修 → 修好後自行解除,並用行為確認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設旗標止血(換手嘗試 5→0)→ 解除 → 17:07:10 判定恢復(成功率 0.9)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場景長這樣:s07(pci 150,UE 的服務 cell)、n30(pci 160,健康對照)、n33(pci 175)三顆,UE 在 s07 周邊活動。佈病只改一個欄位:s07→n33 這條關係的「Xn 傳輸已建立」改成否。換手執行器一看沒有 Xn,就在準備階段回逾時 —— 連 Handover Request 都送不出去,這是與第 7 題(送得出去卻接不進)的鑑別線。修復由劇本自己完成:等到觀測到 xApp 設上 xnBlocklist,再等 300 秒(代表維運排程時間),就把 Xn 改回已建立,全程不需要人介入。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接入失敗佔多數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檔案開關讓該目標一律失敗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≤0.5、≥0.5/min、樣本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 A3 驅動,不灌假事件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病重又有人在用才動手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止血後嘗試率 →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場景長這樣:src(pci 20)與 nbr(pci 30)相距 300 公尺,alt(pci 40)在西側 300 公尺當備援;5 台 UE 在 src-nbr 之間穿越,注入目標是 nbr。這題不是改旗標,是直接注入結果:在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外來頻點上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另佈 3 顆 2.1GHz 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成批出現 = 整層缺失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≥−88dBm、≥5/min、連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干擾只算同頻,不拖累服務層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不在該 cell 的已知頻點清單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 + 既有關係的頻率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清單空的那顆最需要補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場景長這樣:3.5GHz 層有 s11(UE 目前的服務 cell,pci 160)和同頻鄰居 n50(pci 172);2.1GHz 層另外佈了三顆 f55 / f61 / f68(pci 55/61/68),錯落在 s11 周邊 150~240 公尺處。UE 待在 s11 上,五顆 cell 全部量得到。佈病只做一個動作:把 s11 通往那三顆 2.1GHz cell 的關係一次全砍(整層消失),再把 UE 搬回 s11。「看得到卻換不過去」靠兩個機制同時成立:①干擾只算同頻 —— 2.1GHz 的訊號不會拉低 3.5GHz 的 SINR,UE 待著很穩不會掉線,病徵才不會變成別題;②沒有關係 → A3 被鄰區表的閘擋住,想換也換不了。同頻的 s11→n50 關係刻意保持健康,當對照組。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鄰區表容量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鄰區表已達上限 8/8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灌合成條目把三顆填滿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最冷條目:≤1/min 且零換手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沒人在用的先刪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另放一條標成受保護的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事後防線 —— 事前看不出來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條,試著刪掉騰位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這段期間,其他負責「發現新鄰居」的判斷看到這顆滿載會自己不動作,等騰位完成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場景長這樣:三顆同頻 cell n60 / n61 / n62 一字排開(相距 300 公尺),另有一顆 n77 在北側 200 公尺處 —— 它是「真的該被加進表裡」的新鄰居(UE 量得到,但標成不可駐留,所以只會被當成鄰居看待)。佈病做三件事:①砍掉三顆 cell 通往 n77 的關係,讓它變成待加入的新鄰居;②各灌一條零活動的 x24(可刪)與一條受保護的 x25(刪不掉);③再用合成條目 pad01… 把每顆的表填到剛好 8 條上限。x24 / x25 / pad 指向的 cell 在場景裡都不存在,所以天生零量測、零換手 —— 冷度滿分;而 n77 是真實 cell、有量測,對比就出來了。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目標不可用 ≥0.5/min 且持續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條目留舊 PCI 205,實際是 233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反查後解回同一顆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量得到它真實的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該修對應,不是新鄰居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搬回 s15 反覆去撞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沒人試就沒有失敗率可言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場景長這樣:兩顆同頻 cell,s15(pci 200)在西、b07(pci 233)在東,相距 300 公尺。UE 在 s15 這側 15 公尺的小範圍來回 —— 訊號好到足以觸發 A3 去換 b07,又不會掉線(A3 門檻刻意調低到 1.0/0.5dB,讓觸發窗落在不會 RLF 的安全區)。佈病只改一個欄位:把 s15→b07 這條關係裡記的目標 PCI 改成舊值 205。執行器換手前會比對「表裡的 PCI」與「cell 實際的 PCI」,不符就回目標不可用 —— 這個比對是真的在算,不是我們填答案。另外必須把 UE 搬回 s15:先跑劇本時 A3 早就趁關係還正常把 UE 換去 b07 了,不搬回來就沒人會去撞這條壞掉的對應,嘗試率 = 0、病徵長不出來(坑 1)。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量測與換手同時為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雙歸零才算真的沒人用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持續滿窗:6 小時(測試 5 分)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測試壓縮設定,判斷邏輯不變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防手抖:短暫安靜很正常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刪除被拒的通知要送到 RIC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另建一條受保護的條目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對方重開機靠它想起刪不掉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送出刪除請求,回收這條關係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通報請人處理,絕不重複下手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場景長這樣:main(pci 10)與 keep(pci 40)相距 300 公尺,UE 在兩者之間來回穿越 —— 這兩顆之間的關係一直有真實換手,是「活躍」對照組。另有一顆 tmp 在北側 260 公尺處。佈病建三種條目讓三種結局都驗得到:①main→dead:目標 cell 在場景裡根本不存在,所以量測與換手天生同時為零 —— 這是該被回收的殭屍;②main→old:同樣是空的,但標成受保護,刪它一定被回絕 —— 驗拒絕路徑;③main→tmp:UE 量得到 tmp(所以量測不是零)但沒人換過去(換手是零)—— 這是「單訊號歸零」的對照組,誤刪它就是踩到卷面點名的典型錯誤。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這題在演什麼:有兩條關係都被「封鎖」了(禁止當換手目標)。一條是有道理的 —— 它以前正常服務過,後來一直接入失敗才被封;另一條沒道理 —— 從來沒服務成功過、也沒有任何失敗紀錄,可能是誤操作或舊組態殘留。難點:v10 規定封鎖旗標在 E2 上「看不到」,所以無法直接比對旗標,只能從行為訊號反推哪一條封得沒道理、該解開。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量測強:≥10/min、≥−95dBm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就在旁邊來回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訊號①:有人想去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嘗試 ≡ 0 且從未成功服務過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兩條關係都設成封鎖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訊號②③:連試都沒試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過去失敗:一條 40 筆、一條 0 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替其中一條灌歷史失敗事件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訊號④:有史=正當,無史=無據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看不到,只能從行為訊號反推是不是被無故封鎖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② 四個訊號同時成立(量測強、沒人試、從未服務成功、沒有失敗史)→ 判定「封得沒依據」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③ 成對解除封鎖 + 發告警,並確認 UE 真的開始走這條路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④ 有失敗史那條 → 判定「封得有依據」→ 看過就好,不動、也不告警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⑤ 剛建立的新關係天生就符合四個訊號(還沒人用過)—— 要給寬限期,不能當成被封鎖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預計操作結果:只解開沒依據的那條,有失敗史的不碰;新生關係給寬限,不誤判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兩種都判對:沒依據的被解開、有依據的沒被動;「曾成功服務過」這個欄位今日修好後,誤判成因也排除了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場景長這樣:s19(pci 240)在中間,UE 在它周邊 ±60 公尺來回;d02(pci 251)在東側 250 公尺、n80(pci 260)在西北 680 公尺處,兩顆 UE 都量得到。佈病的關鍵是「兩條關係的旗標必須一模一樣」—— 都設成封鎖(禁止換手 + 禁止刪除),否則 xApp 只要比對旗標就分得出來,題目就不成立了。差別只造在行為訊號:n80 那條標成「曾經正常服務過」並灌進 40 筆 6 小時前的接入失敗事件(所以它是因為壞了才被封);d02 那條則是「從未服務成功」且一筆失敗紀錄都沒有(所以沒人知道為什麼封它)。最後把 UE 搬回 s19,量測強度才存在 —— 有需求卻零嘗試,矛盾才浮得出來。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