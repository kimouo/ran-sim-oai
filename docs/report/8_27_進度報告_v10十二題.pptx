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服務訊號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改看「比服務 cell 好 ≥10dB 且連 3 窗」而非樣本量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想換手卻被鄰區表的閘擋下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來源歸屬(每筆量測記下當下的服務 cell)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服務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場景長這樣:src(pci 20)與 nbr(pci 30)相距 300 公尺同頻,5 台 UE 以約 40km/h 在兩者之間來回穿越邊界。佈病只做一件事:把鄰區表裡 src→nbr 那一條刪掉。關鍵是模擬器的 A3 有一道「鄰區表閘門」—— 表上沒有這條關係就不准換手,UE 只能一路撐到訊號低於掉線門檻、T310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比服務 cell 弱不到 6dB(已達該換手的程度)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逐點實測挑出:鄰區訊號逼近服務 cell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單一窗口撞到不算數,要連續多窗才排除雜訊(卷面的持續性要求)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只偵測不寫入,改通報請管理面建立(停用 ≠ 禁止改鄰區表)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場景長這樣:s25(pci 133)在中間,n35(pci 135)在東側 400 公尺、n37(pci 137)在西側 300 公尺;UE 在 s25 東側的窄帶內活動。同樣是剪掉關係,難的是位置:要讓鄰區訊號逼近 服務訊號(進入換手等效門檻)卻又不能讓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 cell 訊號中位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服務訊號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「深邊緣」定義在服務訊號的絕對值,不是距離遠近;拉距離拉不出來,靠場型零陷做到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服務訊號)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服務訊號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判準改看相對增益:絕對值再低,只要比服務 cell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個窗都成立才動手(服務訊號 ≤−105、增益 ≥10dB、鄰區表查無)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場景長這樣:s28(服務 cell)在中央,n51 / n52 是兩顆既有的健康鄰居,n91(pci 209)是缺的那一條;UE 停在 s28 天線訊號凹陷的方向上(南北向),所以離得不遠、訊號卻很弱。依卷面重佈(08/26):不動發射功率,改用天線場型與幾何 —— UE 停在該處實測服務訊號 −107.5dBm 的深邊緣;n51 / n52 排在同一條軸線更遠處(−115 / −119dBm,比服務 cell 還弱,不會把 UE 拉走也不會搶走駐留);n91 擺在 45 度側,取得 +19.8dB 的相對增益。n91 另標成不可駐留,否則 UE 一掉線就重建過去,深邊緣狀態當場消失。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整張鄰區表都查不到的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場景長這樣:s01(pci 101)為服務 cell,unk(pci 301)在東側 150 公尺,另有 n02 / n03 兩顆既有健康鄰居在西側;UE 橫越整條走廊。場景多放一顆 unk_c0(pci 301),並確保沒有任何關係指向它 —— cell 真的存在、UE 量得到、全域識別碼也解得出來,唯獨表上查無。與第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得到兩個不同的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場景長這樣:mid(pci 0)在中間,west_c7 與 east_c7 分別在西、東各 350 公尺處,兩顆共用 pci=7;5 台 UE 沿 ±400 公尺東西掃越,三顆全部量得到。撞號直接寫在場景裡:west_c7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換手失敗集中在「準備階段逾時」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關係留著,只把「Xn 傳輸已建立」改成否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連換手請求都送不出去 = 傳輸層問題,不是鄰居本身壞(與第 7 題的分野)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佈病改成未建立;劇本在你們止血後自己改回已建立(免人工)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這只是止血與解除的觸發訊號,本身不能當恢復的證據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0.9 以上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恢復,成功率靠真實換手一筆筆把舊失敗沖出滾動窗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場景長這樣:s07(pci 150,UE 的服務 cell)、n30(pci 160,健康對照)、n33(pci 175)三顆,UE 在 s07 周邊活動。佈病只改一個欄位:s07→n33 這條關係的「Xn 傳輸已建立」改成否。換手執行器一看沒有 Xn,就在準備階段回逾時 —— 連 Handover Request 都送不出去,這是與第 7 題(送得出去卻接不進)的鑑別線。修復由劇本自己完成:等到觀測到 xApp 設上 xnBlocklist,再等 300 秒(代表維運排程時間),就把 Xn 改回已建立,全程不需要人介入。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場景長這樣:src(pci 20)與 nbr(pci 30)相距 300 公尺,alt(pci 40)在西側 300 公尺當備援;5 台 UE 在 src-nbr 之間穿越,注入目標是 nbr。這題不是改旗標,是直接注入結果:在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某顆 cell 的鄰區表已達上限(8/8)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灌合成條目,把 n60/n61/n62 三顆的表各自填到剛好 8 條滿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各自算的;全網總數沒滿,不代表某一顆沒滿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修剪候選 = 量測 ≤1/min 且換手嘗試 = 0(最冷)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灌進去的條目指向場景裡根本不存在的 cell,UE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「冷」就是沒人在用;最冷的先刪,還有人在用的不能動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刪下去才知道會不會被拒(受保護條目)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其中一條刻意標成受保護,刪它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看不到「可否移除」,所以這是事後防線,不是事前檢查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換手失敗集中在「目標不可用」且持續(≥0.5/min、20 秒以上)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關係裡記的 PCI 留舊值 205、cell 實際是 233;執行器換手前比對不符就回失敗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 UE 實際量到的 PCI,解回同一顆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 b07 的真實 PCI 233,解析出的全域識別與表裡那條指的是同一顆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該修對應;解回別顆才是新鄰居(第 4 題)—— 這是兩題的鑑別線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0(真的有人在試)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UE 搬回 s15,A3 才會反覆去撞這條壞掉的對應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沒人嘗試就沒有失敗率;嘗試 = 0 的「零失敗」是沒人走,不是健康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場景長這樣:兩顆同頻 cell,s15(pci 200)在西、b07(pci 233)在東,相距 300 公尺。UE 在 s15 這側 15 公尺的小範圍來回 —— 訊號好到足以觸發 A3 去換 b07,又不會掉線(A3 門檻刻意調低到 1.0/0.5dB,讓觸發窗落在不會 RLF 的安全區)。佈病只改一個欄位:把 s15→b07 這條關係裡記的目標 PCI 改成舊值 205。執行器換手前會比對「表裡的 PCI」與「cell 實際的 PCI」,不符就回目標不可用 —— 這個比對是真的在算,不是我們填答案。另外必須把 UE 搬回 s15:先跑劇本時 A3 早就趁關係還正常把 UE 換去 b07 了,不搬回來就沒人會去撞這條壞掉的對應,嘗試率 = 0、病徵長不出來(坑 1)。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量測樣本率 = 0 且 換手嘗試率 = 0(兩個同時)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建一條指向場景裡不存在的 cell 的關係,UE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只有一個為零不算:量測 0 可能只是這方向沒人量到,換手 0 可能只是最近沒人換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持續滿整個窗口:正式 6 小時(測試壓成 5 分鐘)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測試時把窗口 env 壓成 300 秒,判斷邏輯完全一樣,只是不用等 6 小時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 小時是防手抖:半夜或人少的路段安靜十分鐘很正常,久到 6 小時才算數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刪不掉時,拒絕訊息要真的送到 RIC 那邊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另建一條標成受保護的關係,xApp 來刪時 CU 一定回絕並送出「刪除被拒」事件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看不到「可否移除」,只能刪下去才知道;xApp 重開機後也靠這個事件想起「這條刪不掉」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場景長這樣:main(pci 10)與 keep(pci 40)相距 300 公尺,UE 在兩者之間來回穿越 —— 這兩顆之間的關係一直有真實換手,是「活躍」對照組。另有一顆 tmp 在北側 260 公尺處。佈病建三種條目讓三種結局都驗得到:①main→dead:目標 cell 在場景裡根本不存在,所以量測與換手天生同時為零 —— 這是該被回收的殭屍;②main→old:同樣是空的,但標成受保護,刪它一定被回絕 —— 驗拒絕路徑;③main→tmp:UE 量得到 tmp(所以量測不是零)但沒人換過去(換手是零)—— 這是「單訊號歸零」的對照組,誤刪它就是踩到卷面點名的典型錯誤。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量測很強(≥10/min、≥−95dBm)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就在旁邊來回,對兩顆目標都量得清清楚楚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 —— 沒有需求的話,被封鎖也無所謂,不值得動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 ≡ 0,且從未成功服務過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兩條關係都設成封鎖,A3 直接跳過,所以一次嘗試都不會發生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訊號②③:有需求卻連試都沒試 → 被擋在換手發起之前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過去的失敗紀錄:一條有 40 筆,一條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 40 筆 6 小時前的接入失敗事件,另一條刻意一筆都不給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訊號④:有失敗史 = 因為它壞了才封(正當);沒有 = 封得沒依據(該解開)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40" b="0">
                <a:solidFill>
                  <a:srgbClr val="FFFFFF"/>
                </a:solidFill>
                <a:latin typeface="Arial"/>
                <a:ea typeface="Microsoft JhengHei"/>
              </a:rPr>
              <a:t>場景長這樣:s19(pci 240)在中間,UE 在它周邊 ±60 公尺來回;d02(pci 251)在東側 250 公尺、n80(pci 260)在西北 680 公尺處,兩顆 UE 都量得到。佈病的關鍵是「兩條關係的旗標必須一模一樣」—— 都設成封鎖(禁止換手 + 禁止刪除),否則 xApp 只要比對旗標就分得出來,題目就不成立了。差別只造在行為訊號:n80 那條標成「曾經正常服務過」並灌進 40 筆 6 小時前的接入失敗事件(所以它是因為壞了才被封);d02 那條則是「從未服務成功」且一筆失敗紀錄都沒有(所以沒人知道為什麼封它)。最後把 UE 搬回 s19,量測強度才存在 —— 有需求卻零嘗試,矛盾才浮得出來。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