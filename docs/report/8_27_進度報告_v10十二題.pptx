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解出全域識別碼後補建關係,掉線歸零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服務訊號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卻不在鄰區表;該處人少,樣本天生稀疏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改看「比服務 cell 好 ≥10dB 且連 3 窗」而非樣本量 → 解出識別碼 → 請基地台補關係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出現一顆全新的 cell,任何關係都不指向它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兩顆不同的 cell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正解:用全域識別碼做群組換手繞過歧義 + 通報重新規劃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定期回頭探測(不永久封鎖)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先補頻率層關係,才輪得到個別 cell 的關係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刪舊條目+建新條目,同一步重指到正確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重建回流率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剪掉關係 → A3 被擋 → UE 掉線重建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換手失敗的回流證據(在目標側)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重建/量測的來源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每筆回報記下當下的服務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知道該幫哪一顆補關係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鄰區表查無此關係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佈病直接刪掉這一條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缺漏鄰區的定義本身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去讀目標的系統資訊、解出全域識別碼,唯一才採信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請基地台在「來源 cell」補這條關係(反向由對方基地台自建)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等鄰區表回讀確認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補上關係 → A3 換手成功 4 次 0 失敗 → 掉線歸零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來回穿越邊界。佈病:把鄰區表裡 src→nbr 那一條刪掉。A3 有鄰區表閘門,沒關係就不准換手 —— UE 只能撐到掉線再重建。</a:t>
            </a:r>
          </a:p>
        </p:txBody>
      </p:sp>
      <p:sp>
        <p:nvSpPr>
          <p:cNvPr id="9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與服務 cell 差距 ≤6dB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位置實測落在此窄帶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已達「該換手」的程度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≥−85dBm、≥5/min、連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鄰區表查無;既有關係無失敗史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剪掉 s25→n35,其餘維持健康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要否決須有具名失敗當證據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服務訊號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解出全域識別碼(抽樣 5 次一致)→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只偵測不寫入,改通報請管理面建立(停用 ≠ 禁止改鄰區表)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場景:s25 在中間,n35 在東側 400 公尺。佈病:剪掉 s25→n35。難在 UE 位置 —— 要讓鄰區訊號逼近卻又不掉線,靠 PathSolver 逐點實測挑出窄帶。</a:t>
            </a:r>
          </a:p>
        </p:txBody>
      </p:sp>
      <p:sp>
        <p:nvSpPr>
          <p:cNvPr id="9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判定恢復(成功率 0.9)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探測/間隔倍增/封頂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5 台全數導正、換錯 cell 比率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補關係後掉線歸零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服務訊號中位 ≤−105dBm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停在天線凹陷處(實測 −107.5)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深邊緣的定義:看絕對值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45 度側(實測 +19.8dB)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絕對值再低,比服務好就值得建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樣本稀疏(僅為簽名)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 140/min,未做到卷面 0.6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稀疏不得當作駁回理由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分鐘算一次:鄰區訊號 − 同一份報告的服務訊號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個窗都成立才動手(服務訊號 ≤−105、增益 ≥10dB、鄰區表查無)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請基地台叫 UE 讀目標系統資訊、解出全域識別碼,抽樣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請基地台建立關係(xApp 不自己寫鄰區表),等鄰區表回讀確認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依卷面重佈後實測:服務訊號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場景:UE 停在 s28 天線訊號凹陷的方向,實測服務訊號 −107.5dBm。佈病:剪掉 s28→n91,並把 n91 標成不可駐留 —— 否則 UE 一掉線就重建過去,深邊緣狀態消失。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整張鄰區表查無此 (PCI, 頻點)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新增一顆 cell 且不建任何關係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全新面孔的定義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≥−100dBm、≥5/min、連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走近它,量測穩定達標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夠強又夠久才建,排除雜訊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既有關係成功率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其餘關係不注入任何失敗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請基地台叫 UE 讀出全域識別碼,抽樣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請基地台建立單向關係(反向由對方基地台自建),等鄰區表回讀確認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由量測的來源歸屬直接讀出,不再用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場景:s01 為服務 cell,unk 在東側 150 公尺。佈病:讓 unk 存在但不建任何指向它的關係 —— cell 真的在、UE 量得到,唯獨表上查無。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 PCI 解出兩顆不同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場景讓兩顆共用 pci=7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刪掉 mid→west 那一條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有依據才敢指定目標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解析結果逐顆附上識別碼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換手指令只能填識別碼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立刻通報管理面:根治要重新規劃 PCI,那不是 xApp 的職權,它只能止血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場景:mid 在中間,west 與 east 各在兩側 350 公尺、共用 pci=7。佈病:把 mid 的表只留 east 一條,造出「只有一顆在表裡」的消歧前提。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準備階段逾時佔多數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把「Xn 已建立」改成否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請求送不出去 = 傳輸層問題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狀態:未建立 → 已建立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劇本在止血後自動改回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只是觸發訊號,不是恢復證據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換手成功率回到 ≥0.9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修好後靠真實換手累積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失敗集中在準備階段 → 判斷是傳輸層問題,不是鄰居壞掉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設 xnBlocklist:關係留著,但禁止拿它當換手目標(止血,不拆線)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Xn 屬管理面職權,xApp 修不了 → 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觀測到 Xn 恢復 → 解除封鎖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通報請人修 → 修好後自行解除,並用行為確認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設旗標止血(換手嘗試 5→0)→ 解除 → 17:07:10 判定恢復(成功率 0.9)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場景:s07 為服務 cell,n33 是問題鄰居。佈病:只把「Xn 已建立」改成否,換手在準備階段就逾時。修復由劇本自己完成:等 xApp 止血後 300 秒改回。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關係在、訊號正常,但兩個基地台之間的 Xn 傳輸沒接上 —— 換手請求連送都送不出去,UE 只能困在原地。難點:xApp 修不了 Xn(那是管理面的職權),它只能先止血、通報,然後等人修好;而且「修好了」不能只看旗標,要看換手成功率真的回升。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接入失敗佔多數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檔案開關讓該目標一律失敗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≤0.5、≥0.5/min、樣本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 A3 驅動,不灌假事件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病重又有人在用才動手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止血後嘗試率 →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場景:src 與 nbr 相距 300 公尺,UE 在 src 側慢速來回。佈病:用檔案開關讓換到 nbr 的一律在執行階段失敗 —— 不是改旗標,是直接注入結果(訊號模型做不出接取失敗)。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外來頻點上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另佈 3 顆 2.1GHz 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成批出現 = 整層缺失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≥−88dBm、≥5/min、連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干擾只算同頻,不拖累服務層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夠強又夠久才補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不在該 cell 的已知頻點清單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 + 既有關係的頻率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清單空的那顆最需要補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請基地台建立關係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場景:3.5GHz 的 s11 服務 UE,另一層 2.1GHz 有三顆 cell。佈病:把 s11 通往那三顆的關係一次全砍。干擾只算同頻,所以 UE 看得到、不掉線、就是換不過去。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鄰區表容量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鄰區表已達上限 8/8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灌合成條目把三顆填滿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最冷條目:≤1/min 且零換手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沒人在用的先刪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另放一條標成受保護的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事後防線 —— 事前看不出來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條,試著刪掉騰位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不硬刪、不重試,改通報請人處理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這段期間,其他負責「發現新鄰居」的判斷看到這顆滿載會自己不動作,等騰位完成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場景:三顆 cell 一字排開,另有一顆 n77 該被加進表裡。佈病:灌合成條目把三顆的表填到上限 8,其中一條零活動(可刪)、一條受保護(刪不掉)。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目標不可用 ≥0.5/min 且持續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條目留舊 PCI 205,實際是 233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反查後解回同一顆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量得到它真實的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該修對應,不是新鄰居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搬回 s15 反覆去撞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沒人試就沒有失敗率可言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場景:s15 與 b07 相距 300 公尺,UE 在 s15 側小範圍來回。佈病:把條目裡記的 PCI 改成舊值 205(實際是 233),換手前比對不符就失敗;UE 要搬回 s15 才有人去撞。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量測與換手同時為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條目指向不存在的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雙歸零才算真的沒人用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持續滿窗:6 小時(測試 5 分)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測試壓縮設定,判斷邏輯不變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防手抖:短暫安靜很正常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刪除被拒的通知要送到 RIC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另建一條受保護的條目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對方重開機靠它想起刪不掉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送出刪除請求,回收這條關係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通報請人處理,絕不重複下手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場景:main 與 keep 之間有真實換手當對照。佈病:建三種條目 —— 指向不存在 cell 的(該回收)、受保護的(刪不掉)、有量測但沒換手的(不得誤刪)。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8300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觀測指標(門檻)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怎麼模擬出來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代表什麼意思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量測強:≥10/min、≥−95dBm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就在旁邊來回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訊號①:有人想去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嘗試 ≡ 0 且從未成功服務過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兩條關係都設成封鎖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訊號②③:連試都沒試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過去失敗:一條 40 筆、一條 0 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替其中一條灌歷史失敗事件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訊號④:有史=正當,無史=無據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看不到,只能從行為訊號反推是不是被無故封鎖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② 四個訊號同時成立(量測強、沒人試、從未服務成功、沒有失敗史)→ 判定「封得沒依據」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③ 成對解除封鎖 + 發告警,並確認 UE 真的開始走這條路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④ 有失敗史那條 → 判定「封得有依據」→ 看過就好,不動、也不告警</a:t>
            </a:r>
          </a:p>
          <a:p>
            <a:pPr>
              <a:spcAft>
                <a:spcPts val="200"/>
              </a:spcAft>
            </a:pPr>
            <a:r>
              <a:rPr sz="720" b="0">
                <a:solidFill>
                  <a:srgbClr val="222A30"/>
                </a:solidFill>
                <a:latin typeface="Arial"/>
                <a:ea typeface="Microsoft JhengHei"/>
              </a:rPr>
              <a:t>⑤ 剛建立的新關係天生就符合四個訊號(還沒人用過)—— 要給寬限期,不能當成被封鎖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預計操作結果:只解開沒依據的那條,有失敗史的不碰;新生關係給寬限,不誤判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兩種都判對:沒依據的被解開、有依據的沒被動;「曾成功服務過」這個欄位今日修好後,誤判成因也排除了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80000"/>
            <a:ext cx="5577840" cy="74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Arial"/>
                <a:ea typeface="Microsoft JhengHei"/>
              </a:rPr>
              <a:t>場景:s19 為服務 cell,d02 與 n80 都量得到。佈病:兩條關係的旗標設成一模一樣,差別只造在行為 —— n80 灌 40 筆歷史失敗,d02 一筆都沒有。</a:t>
            </a:r>
          </a:p>
        </p:txBody>
      </p:sp>
      <p:sp>
        <p:nvSpPr>
          <p:cNvPr id="8" name="StoryLine"/>
          <p:cNvSpPr txBox="1"/>
          <p:nvPr/>
        </p:nvSpPr>
        <p:spPr>
          <a:xfrm>
            <a:off x="320040" y="1415000"/>
            <a:ext cx="5577840" cy="400000"/>
          </a:xfrm>
          <a:prstGeom prst="rect">
            <a:avLst/>
          </a:prstGeom>
          <a:noFill/>
        </p:spPr>
        <p:txBody>
          <a:bodyPr rtlCol="0" anchor="ctr" wrap="square" lIns="0" rIns="0" tIns="0" bIns="0"/>
          <a:lstStyle/>
          <a:p>
            <a:pPr/>
            <a:r>
              <a:rPr sz="750" b="1">
                <a:solidFill>
                  <a:srgbClr val="1F6FA8"/>
                </a:solidFill>
                <a:latin typeface="Arial"/>
                <a:ea typeface="Microsoft JhengHei"/>
              </a:rPr>
              <a:t>這題在演什麼:</a:t>
            </a:r>
            <a:r>
              <a:rPr sz="750" b="0">
                <a:solidFill>
                  <a:srgbClr val="333F48"/>
                </a:solidFill>
                <a:latin typeface="Arial"/>
                <a:ea typeface="Microsoft JhengHei"/>
              </a:rPr>
              <a:t>有兩條關係都被「封鎖」了(禁止當換手目標)。一條是有道理的 —— 它以前正常服務過,後來一直接入失敗才被封;另一條沒道理 —— 從來沒服務成功過、也沒有任何失敗紀錄,可能是誤操作或舊組態殘留。難點:v10 規定封鎖旗標在 E2 上「看不到」,所以無法直接比對旗標,只能從行為訊號反推哪一條封得沒道理、該解開。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