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表上缺這條關係 → A3 換不了手,UE 撐到掉線才靠重建跳過去(證據在目標側)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解出全域識別碼後補建關係,掉線歸零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同樣缺關係,但 UE 還沒掉線 —— 只能從量測面發現(落後 服務訊號 ≤6dB 卻查無)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 UE 掉線前就補上;ANR 自動建立被關掉時改走通報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在覆蓋極邊緣、旁邊有明顯更好的 cell 卻不在鄰區表;該處人少,樣本天生稀疏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xApp 改看「比服務 cell 好 ≥10dB 且連 3 窗」而非樣本量 → 解出識別碼 → 請基地台補關係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出現一顆全新的 cell,任何關係都不指向它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兩顆不同的 cell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正解:用全域識別碼做群組換手繞過歧義 + 通報重新規劃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定期回頭探測(不永久封鎖)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先補頻率層關係,才輪得到個別 cell 的關係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刪舊條目+建新條目,同一步重指到正確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走到兩顆 cell 的邊界,想換到對面那顆,但鄰區表裡沒有這條關係 —— A3 被擋住,UE 只能撐到訊號斷掉、用「重建」硬跳過去。證據不在來源 cell,而在目標那一側:它收到一堆「從同一個 PCI 重建進來」的 UE。難點:要從目標側的統計反推「該幫誰補關係」,而 PCI 可能撞號,反推前得先消歧。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重建回流率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剪掉關係 → A3 被擋 → UE 掉線重建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換手失敗的回流證據(在目標側)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重建/量測的來源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每筆回報記下當下的服務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知道該幫哪一顆補關係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鄰區表查無此關係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佈病直接刪掉這一條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缺漏鄰區的定義本身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目標 cell 的重建進入速率異常升高,且集中在同一個 previousPCI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消歧:同一 PCI 可能不只一顆(異地同碼)—— 用量測量能確認是哪一顆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請基地台叫 UE 去讀目標的系統資訊、解出全域識別碼,唯一才採信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請基地台在「來源 cell」補這條關係(反向由對方基地台自建)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等鄰區表回讀確認 → A3 接手換手、掉線重建歸零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預計操作結果:從目標側的重建統計反推出缺哪一條,補上後掉線重建歸零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補上關係 → A3 換手成功 4 次 0 失敗 → 掉線歸零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場景:src 與 nbr 相距 300 公尺,UE 來回穿越邊界。佈病:把鄰區表裡 src→nbr 那一條刪掉。A3 有鄰區表閘門,沒關係就不准換手 —— UE 只能撐到掉線再重建。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這題在演什麼:跟第 1 題同一種病(表上缺一條關係),但 UE 還撐得住、沒有掉線 —— 所以完全沒有重建統計可用。證據只剩量測面:某顆 cell 被穩定量到、只落後目前服務 cell 6dB 以內(已達「該換手」的等效門檻),表上卻查無。考點:能不能在 UE 掉線「之前」就發現並補上。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與服務 cell 差距 ≤6dB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位置實測落在此窄帶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已達「該換手」的程度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≥−85dBm、≥5/min、連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 台 UE 沿邊界來回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夠強又夠久,排除雜訊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鄰區表查無;既有關係無失敗史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剪掉 s25→n35,其餘維持健康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要否決須有具名失敗當證據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量測面掃描:哪顆 cell 落後 服務訊號 ≤6dB 又夠強夠久(不必等掉線)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前置檢查:該基地台的「ANR 自動建立」開關是否開著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開著 → 解出全域識別碼(抽樣 5 次一致)→ 請基地台建立關係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關著 → 只偵測不寫入,改通報請管理面建立(停用 ≠ 禁止改鄰區表)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別被既有關係帶偏:成功率難看但樣本不足(如 0.1 次/分)不得當根因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預計操作結果:在 UE 掉線前就從量測面發現並補關係;ANR 停用時改走通報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5 組樣本(含剛好卡在邊界的正例與反例),餵給 xApp 判斷邏輯,全部判對。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場景:s25 在中間,n35 在東側 400 公尺。佈病:剪掉 s25→n35。難在 UE 位置 —— 要讓鄰區訊號逼近卻又不掉線,靠 PathSolver 逐點實測挑出窄帶。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判定恢復(成功率 0.9)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探測/間隔倍增/封頂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5 台全數導正、換錯 cell 比率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補關係後掉線歸零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站在服務 cell 的覆蓋極邊緣(訊號只有 −107.5dBm),旁邊有一顆好上 20dB 的 cell,但鄰區表裡沒有這條關係 —— 換不過去,只能撐到掉線重建。難點:深邊緣人少、訊號又天生弱,傳統「樣本要夠多、訊號要夠強」的門檻會直接把它篩掉。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服務訊號中位 ≤−105dBm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停在天線凹陷處(實測 −107.5)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深邊緣的定義:看絕對值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n91 佈在 45 度側(實測 +19.8dB)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絕對值再低,比服務好就值得建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樣本稀疏(僅為簽名)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本場 140/min,未做到卷面 0.6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稀疏不得當作駁回理由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每 5 分鐘算一次:鄰區訊號 − 同一份報告的服務訊號 = 相對增益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連 3 個窗都成立才動手(服務訊號 ≤−105、增益 ≥10dB、鄰區表查無)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請基地台叫 UE 讀目標系統資訊、解出全域識別碼,抽樣 3 次一致才採信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請基地台建立關係(xApp 不自己寫鄰區表),等鄰區表回讀確認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A3 把 UE 換過去、深邊緣狀態消失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預計操作結果:xApp 靠相對增益(而非樣本量)認出深邊緣缺鄰,請 gNB 補上關係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依卷面重佈後實測:服務訊號 −107.5dBm ✓、相對增益 +19.8dB ✓;xApp 已認出並補上關係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場景:UE 停在 s28 天線訊號凹陷的方向,實測服務訊號 −107.5dBm。佈病:剪掉 s28→n91,並把 n91 標成不可駐留 —— 否則 UE 一掉線就重建過去,深邊緣狀態消失。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這題在演什麼:網路裡冒出一顆全新的 cell(剛開台、或鄰家設備上線),UE 量得到、也解得出它的全域識別,但整張鄰區表裡沒有任何一條指向它。與第 1、2 題的差別:那兩題是「本來該有的關係被漏掉」,這題是「這顆 cell 從來沒被登記過」。所以動手前要先確認它真的不在任何既有關係裡,否則會把既有的病誤判成新鄰居。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整張鄰區表查無此 (PCI, 頻點)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新增一顆 cell 且不建任何關係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全新面孔的定義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≥−100dBm、≥5/min、連 2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走近它,量測穩定達標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夠強又夠久才建,排除雜訊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既有關係成功率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其餘關係不注入任何失敗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排除「其實是既有關係壞掉」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掃描量測面:某個 (PCI,頻點) 在整張鄰區表裡完全查不到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確認夠強、夠頻繁、連 2 個窗都在(排除偶發雜訊)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確認不是既有關係壞掉:既有關係成功率仍 ≥0.95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請基地台叫 UE 讀出全域識別碼,抽樣 2 次一致才採信(不一致=撞號,改走第 5 題)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請基地台建立單向關係(反向由對方基地台自建),等鄰區表回讀確認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預計操作結果:認出全新 cell 並補上單向關係;來源 cell 由量測的來源歸屬直接讀出,不再用 v8 那套「RLF 率最高者大概就是來源」的排名猜測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4 組樣本,餵給 xApp 判斷邏輯,全部判對。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場景:s01 為服務 cell,unk 在東側 150 公尺。佈病:讓 unk 存在但不建任何指向它的關係 —— cell 真的在、UE 量得到,唯獨表上查無。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這題在演什麼:兩顆不同的 cell 用了同一個 PCI(實體識別碼只有 1008 個,會撞號)。UE 回報「我看到 PCI 7」時,基地台無法確定指的是哪一顆 —— 照 PCI 換手就是在賭,賭錯就把 UE 送去錯的 cell。難點:要先確定「該換到哪一顆」才敢動作,而 PCI 本身給不出答案。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同一 PCI 解出兩顆不同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場景讓兩顆共用 pci=7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撞號的直接證據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來源表裡只有其中一顆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刪掉 mid→west 那一條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有依據才敢指定目標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該顆的全域識別碼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解析結果逐顆附上識別碼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換手指令只能填識別碼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發現同一個 PCI 解出兩個不同的 cell → 確認撞號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立刻通報管理面:根治要重新規劃 PCI,那不是 xApp 的職權,它只能止血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撞號期間不建關係 —— 會建到錯的那一顆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查來源的鄰區表:剛好只有一顆在裡面 → 它就是目標;兩顆都在或都不在就不准猜,只通報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下群組換手:條件寫 PCI、目標直接填那顆的全域識別碼,繞過歧義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⑥ 確認換錯 cell 的比率 ≤5%,才算真的有效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預計操作結果:UE 不再賭 PCI,改用全域識別碼直接指定正確的 cell;撞號本身交管理面重新規劃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一次導正 5 台 UE 全數成功,換錯 cell 比率 0;UE 巡迴經過時才抓得到人,沒抓到就下一輪再試,屬正常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場景:mid 在中間,west 與 east 各在兩側 350 公尺、共用 pci=7。佈病:把 mid 的表只留 east 一條,造出「只有一顆在表裡」的消歧前提。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0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這題在演什麼:關係在、訊號正常,但兩個基地台之間的 Xn 傳輸沒接上 —— 換手請求連送都送不出去,UE 只能困在原地。難點:xApp 修不了 Xn(那是管理面的職權),它只能先止血、通報,然後等人修好;而且「修好了」不能只看旗標,要看換手成功率真的回升。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準備階段逾時佔多數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把「Xn 已建立」改成否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請求送不出去 = 傳輸層問題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狀態:未建立 → 已建立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劇本在止血後自動改回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只是觸發訊號,不是恢復證據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換手成功率回到 ≥0.9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修好後靠真實換手累積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行為回升才算恢復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失敗集中在準備階段 → 判斷是傳輸層問題,不是鄰居壞掉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設 xnBlocklist:關係留著,但禁止拿它當換手目標(止血,不拆線)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Xn 屬管理面職權,xApp 修不了 → 通報請人處理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觀測到 Xn 恢復 → 解除封鎖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用「換手成功率回升」證明真的好了 —— 旗標本身不算證據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通報請人修 → 修好後自行解除,並用行為確認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設旗標止血(換手嘗試 5→0)→ 解除 → 17:07:10 判定恢復(成功率 0.9)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場景:s07 為服務 cell,n33 是問題鄰居。佈病:只把「Xn 已建立」改成否,換手在準備階段就逾時。修復由劇本自己完成:等 xApp 止血後 300 秒改回。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3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8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量到的訊號一切正常,換手也真的發起了,卻在最後一步「接進去」時失敗 —— 目標 cell 的隨機接取程序壞掉了。與第 6 題的分野:第 6 題是連換手請求都送不出去(準備階段),這題是送得出去、UE 也走過去了、就是接不進(執行階段)。難點:所有訊號指標都正常,只能從「失敗原因的分佈」看出來;而且這種病可能自己好,不能一關就永遠關著。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接入失敗佔多數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檔案開關讓該目標一律失敗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到得了卻接不進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成功率 ≤0.5、≥0.5/min、樣本 ≥50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 A3 驅動,不灌假事件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病重又有人在用才動手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止血後嘗試率 →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封鎖後 A3 自動跳過該目標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行為變了才算止血生效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失敗集中在接入失敗、成功率夠低、樣本夠多 → 確認是鄰居本身的問題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一次設兩個旗標:禁止換過去 + 禁止被刪掉(保住失敗歷史當證據)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不永久封鎖:時間到自動探測一次,看它是不是已經好了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探測又失敗就重新封鎖,下次間隔加倍(最多 4 倍才封頂)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要「乾淨且真的有流量」才判定恢復 —— 沒人用的安靜不算好了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預計操作結果:封而不刪、定期回頭探測;好了自動放行,沒好就加長間隔再等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封鎖後嘗試數立刻歸零;探測—重封的間隔依序加倍到封頂,病治好後再探測一次、確認有流量且乾淨,才判定恢復(全程約 2 小時)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場景:src 與 nbr 相距 300 公尺,UE 在 src 側慢速來回。佈病:用檔案開關讓換到 nbr 的一律在執行階段失敗 —— 不是改旗標,是直接注入結果(訊號模型做不出接取失敗)。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4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這題在演什麼:網路有兩層頻段 —— UE 現在待在 3.5GHz,另一層 2.1GHz 也有基地台。UE 明明量得到 2.1GHz 那層的好幾顆 cell,卻一顆都換不過去,因為鄰區表裡「整層」都沒有。與前幾題的差別:缺的不是某一條關係,是整個頻率層 —— 所以要先讓基地台知道「這個頻點值得量」,個別 cell 的關係才輪得到補。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外來頻點上 ≥2 顆強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另佈 3 顆 2.1GHz 的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成批出現 = 整層缺失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≥−88dBm、≥5/min、連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干擾只算同頻,不拖累服務層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夠強又夠久才補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不在該 cell 的已知頻點清單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 = 自己 + 既有關係的頻率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清單空的那顆最需要補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量測報告裡出現一個不在「這顆 cell 已知頻點清單」裡的頻點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看它上面是不是一次有 2 顆以上夠強的 PCI —— 成批才是整層缺失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確認夠強又持續(連 3 窗),排除偶發經過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對每顆 PCI 解出全域識別碼 → 請基地台建立關係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頻率層關係由 gNB 自己長出來,xApp 不用另外建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預計操作結果:補上整層跨頻關係,UE 才有機會被分流到另一個頻段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5 組樣本全部判對;其中「該 cell 從沒建過任何跨頻關係」那組,抓出 xApp 會直接跳過不處理的 bug。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場景:3.5GHz 的 s11 服務 UE,另一層 2.1GHz 有三顆 cell。佈病:把 s11 通往那三顆的關係一次全砍。干擾只算同頻,所以 UE 看得到、不掉線、就是換不過去。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鄰區表容量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這題在演什麼:鄰區表有容量上限(本場設每顆 cell 8 條)。三顆 cell 的表都已經塞滿,而旁邊真的有一顆新 cell 需要被加進來 —— 表滿了,加不進去。難點:得先騰位,但「哪一條可以刪」事先看不出來(v10 把「可否移除」這個欄位拿掉了),只能刪下去才知道會不會被拒絕。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鄰區表已達上限 8/8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灌合成條目把三顆填滿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容量是每顆 cell 各自算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最冷條目:≤1/min 且零換手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條目指向不存在的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沒人在用的先刪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刪除被拒(受保護條目)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另放一條標成受保護的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事後防線 —— 事前看不出來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發現某顆 cell 的鄰區表已滿,而且還有新鄰居需要進來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從表裡挑最冷的(沒量測也沒換手)最多 3 條,試著刪掉騰位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刪成功 → 空出位子 → 把新鄰居加進來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被拒絕(受保護)→ 不硬刪、不重試,改通報請人處理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這段期間,其他負責「發現新鄰居」的判斷看到這顆滿載會自己不動作,等騰位完成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預計操作結果:先騰位再加人;騰不出來就交給人,不硬幹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兩種結局同一場都驗到:刪掉最冷的騰出位子後成功加入;動到受保護那條則被回絕,xApp 停手改送通報。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場景:三顆 cell 一字排開,另有一顆 n77 該被加進表裡。佈病:灌合成條目把三顆的表填到上限 8,其中一條零活動(可刪)、一條受保護(刪不掉)。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4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這題在演什麼:鄰區關係還在,但表裡記的目標 PCI 是舊的(205),那顆 cell 早就改成 233 了。每次 A3 想換手,系統照表去找 205 → 找不到 → 回「目標不可用」。UE 換不過去又沒掉線,就一直卡在原地反覆嘗試。難點有兩個:①這是「該修對應」不是「該建新關係」,兩者處置完全不同;②病本身會把來源 cell 的資源使用率推到滿,很容易被誤判成壅塞而放過。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目標不可用 ≥0.5/min 且持續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條目留舊 PCI 205,實際是 233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反查後解回同一顆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量得到它真實的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該修對應,不是新鄰居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換手嘗試率 &gt;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搬回 s15 反覆去撞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沒人試就沒有失敗率可言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① 換手失敗集中在「目標不可用」,而且持續(不是偶發)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② 先驗證再動手:反查 UE 實際量到的 PCI,表裡記的若其實還對就不動(避免誤修)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③ 確認是同一顆 cell 換了 PCI → 刪舊條目 + 建正確的新條目,同一步完成不留空窗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④ 別被資源使用率騙了:換手一直失敗會讓 UE 全塞在來源 cell、把使用率推到滿 —— 那是病的結果不是原因,不得拿它當「這是壅塞、不是鄰區問題」的排除理由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⑤ 看失敗率消退、換手成功恢復,才算修好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預計操作結果:把對應改正(刪舊+建新同一步完成),換手立刻恢復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刪舊條目與建新條目在同一秒完成(不留空窗);對應改正後失敗歸零、換手成功率回升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場景:s15 與 b07 相距 300 公尺,UE 在 s15 側小範圍來回。佈病:把條目裡記的 PCI 改成舊值 205(實際是 233),換手前比對不符就失敗;UE 要搬回 s15 才有人去撞。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0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這題在演什麼:鄰區表裡留著一條「沒人在用」的關係 —— 對面那顆 cell 可能已經拆站、搬走或改組態。它不會造成故障,但佔著容量上限的一格,而且會誤導後續判斷。難點:怎麼確定「真的沒人用」而不是「剛好這陣子沒人經過」?卷面的答案是:兩個訊號同時為零、而且要連續夠久。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量測與換手同時為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條目指向不存在的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雙歸零才算真的沒人用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持續滿窗:6 小時(測試 5 分)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測試壓縮設定,判斷邏輯不變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防手抖:短暫安靜很正常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刪除被拒的通知要送到 RIC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另建一條受保護的條目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對方重開機靠它想起刪不掉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① 找出量測與換手嘗試同時為零的關係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② 確認它連續滿整個窗口都是零 —— 中間只要動過一次,計時重來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③ 資料缺漏不等於零:沒回報的窗不能當成 0 起算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④ 送出刪除請求,回收這條關係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⑤ 被回絕(受保護)→ 記進「不再重試」名單 + 通報請人處理,絕不重複下手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⑥ 重開機後靠「刪除被拒」事件把名單補回來,不會忘記自己試過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預計操作結果:把真正沒人用的關係回收,騰出容量;刪不掉的交給人,不重複騷擾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三種條目同一場驗完:該回收的被刪掉、受保護的被回絕且不再重試、單訊號歸零的沒被誤刪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場景:main 與 keep 之間有真實換手當對照。佈病:建三種條目 —— 指向不存在 cell 的(該回收)、受保護的(刪不掉)、有量測但沒換手的(不得誤刪)。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這題在演什麼:有兩條關係都被「封鎖」了(禁止當換手目標)。一條是有道理的 —— 它以前正常服務過,後來一直接入失敗才被封;另一條沒道理 —— 從來沒服務成功過、也沒有任何失敗紀錄,可能是誤操作或舊組態殘留。難點:v10 規定封鎖旗標在 E2 上「看不到」,所以無法直接比對旗標,只能從行為訊號反推哪一條封得沒道理、該解開。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量測強:≥10/min、≥−95dBm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就在旁邊來回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訊號①:有人想去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嘗試 ≡ 0 且從未成功服務過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兩條關係都設成封鎖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訊號②③:連試都沒試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過去失敗:一條 40 筆、一條 0 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替其中一條灌歷史失敗事件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訊號④:有史=正當,無史=無據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① 旗標在 E2 看不到,只能從行為訊號反推是不是被無故封鎖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② 四個訊號同時成立(量測強、沒人試、從未服務成功、沒有失敗史)→ 判定「封得沒依據」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③ 成對解除封鎖 + 發告警,並確認 UE 真的開始走這條路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④ 有失敗史那條 → 判定「封得有依據」→ 看過就好,不動、也不告警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⑤ 剛建立的新關係天生就符合四個訊號(還沒人用過)—— 要給寬限期,不能當成被封鎖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預計操作結果:只解開沒依據的那條,有失敗史的不碰;新生關係給寬限,不誤判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兩種都判對:沒依據的被解開、有依據的沒被動;「曾成功服務過」這個欄位今日修好後,誤判成因也排除了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場景:s19 為服務 cell,d02 與 n80 都量得到。佈病:兩條關係的旗標設成一模一樣,差別只造在行為 —— n80 灌 40 筆歷史失敗,d02 一筆都沒有。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