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未入 NRT,UE 換手失敗以重建回流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鄰區已入 A3 範圍但 NRT 無關係,UE 滯留劣化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事前偵測補關係(不等 RLF)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+ live ADD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深邊緣覆蓋劣化:serving 極弱、鄰區相對強,樣本天然稀疏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以「相對增益+持續性」取代量能門檻補關係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+ live ADD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live 自然發生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換到 NRT 沒有的 cell,失敗後重建回流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換手失敗的回流證據(目標側)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重建事件帶來源 cell 欄位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定位該補關係的來源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staging 時不建這條關係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缺鄰的直接定義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請基地台叫 UE 去讀目標的全域識別(CGI)——「REPORTCGI」,解析結果唯一才算數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送 ADD 請 gNB 建立這條鄰區關係(只建單向;反向由對方 gNB 自己建)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等 NRT 回讀確認真的寫進去了(推播或下一張快照)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看 UE 開始走新關係、掉線重建歸零 = 真的修好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預計操作結果:解析 CGI 後補建關係,RLF 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驗證:閉環抽驗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25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刪掉 NRT 裡 src→nbr 那一條(_cut)。sim 的 A3 有 NRT 閘(ANR_REQUIRE_NRT):表上沒有就不准換手 → UE 一路撐到 RLF → 掉線後重建到對向 cell,回流統計才長得出來。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gap = serving − 鄰區 ≤ 6dB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離線向量取 6.1/5.9dB 正反例;live 劇本 gap≈0.1dB(PathSolver 實測)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≥20/min ∧ 3窗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持續量測驅動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不是雜訊、值得建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 + 既有關係否決規則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有具名失敗的既有關係才可否決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這題不必等 UE 掉線 —— 量測就看得出「該換卻沒有關係」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讀出目標 CGI → 送 ADD 建關係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若該基地台把 ANR 自動建立關掉了:只偵測、不寫入,改送 SMO 請管理面處理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預計操作結果:事前偵測補關係(不等 RLF)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+ live ADD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q2_v1..5(6.1dB 邊界正反)+ 抽驗中 live ADD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25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一樣剪掉 s25→n35 條目,但用 PathSolver 逐點實測把 UE 擺進「鄰區進逼卻不掉線」的窄窗(gap≈0.1dB、SINR≥−2)—— 與第 1 題的差別在 UE 撐得住、不靠 RLF 顯病。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量測率 ≤ 0.5× 其他 PCI 中位數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 UE 取樣稀疏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稀疏是簽名不是駁回理由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深邊緣位置(卷面:serving −112dBm、增益 +18.5dB)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卷面判準:絕對量能門檻會漏掉深邊緣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RLF.Drop ≥0.1 同向佐證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未注入 —— 深邊緣位置自然掉話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病的結果做佐證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深邊緣本來人就少,不可以因為「量測次數太少」把它駁回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目標 CGI 連續抽樣 3 次結果一致才採信 → 送 ADD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若鄰區表已滿,讓第 9 題的容量修剪先處理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預計操作結果:以「相對增益+持續性」取代量能門檻補關係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q3_v1..7 離線向量 ✅;live fixture 為「報告門檻 −85」型,深邊緣增益構型待補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25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現行:剪掉 s28→n91 + 臨時把量測回報門檻設 −85dBm(TS 38.331 reportConfig)讓樣本變稀疏。⚠ 卷面要的是深邊緣幾何(serving ≤−105、相對增益 ≥10dB);實測 s28 天線凹陷可達 −108.7dBm,場景重佈中。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sim 新增 cell 不入 NRT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全新鄰居的定義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≥30/min ∧ RSRP ≥ −100dBm ∧ 2窗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強且持續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排除「其實是既有病」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先確認這個 (PCI, 頻點) 不在任何既有關係裡 —— 真的是新面孔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目標 CGI 抽樣 2 次一致 → 送 ADD 建單向關係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預計操作結果:解析並單向建立關係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+ live ADD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q4_v1..4 + 抽驗中 live ADD(RLF-rank 猜來源已退役)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25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場景放一顆 unk_c0(pci 301),但不建任何指向它的 NRT 條目 —— cell 真的存在、量測也看得到,表上就是完全查無。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cgiResolutionSampling confusion=true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 cell 同 PCI 皆在視野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撞號的直接證據(雙 NCGI)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nrCellIdentityByNcgi 映射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per-NCGI 解析(混淆時單值=null)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群組換手 target 的 NCI 依據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消歧:owned 唯一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 NRT 只含其一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敢下手的前提;不唯一=SMO-only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先送 SMO:PCI 撞號要靠重新規劃才能根治,xApp 只能止血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撞號期間不建關係(會建到錯的那一顆)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改用「群組換手」:條件寫 PCI、目標直接指定正確的 CGI,繞過歧義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確認換錯 cell 的比率 ≤5% 才算有效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預計操作結果:v10 正解:以 CGI 群組換手繞過歧義 + SMO 重規劃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EXECUTED 5/5 → twc=0;NO_MATCH=掃動 UE 正常,重試即可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25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場景直接讓兩顆 cell 共用 pci=7(west_c7 / east_c7)造成撞號;佈病再把來源 mid_c0 的 NRT 只留 east 一條(刪掉 west),造出「owned 唯一」這個敢下手的前提。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prep 段失敗注入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Request 都沒送成 = 非鄰居病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斷 → 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止血/解除的觸發(不是證據)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換手恢復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行為恢復的唯一判準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25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關係留著,只把 xn_x2_established 改成 false。換手 executor 一看 Xn 未通,就在「準備階段」回 TXnRELOCprepExpiry —— 連 Handover Request 都送不出去(這是與第 7 題的鑑別線)。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HoExeInterFail(RandomAccessProblem)主導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exe 段失敗注入(cell 級)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到了接不進 = 鄰居病(與 Q6 的鑑別刀)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 ≤0.6 ∧ att ≥0.5/min ∧ 樣本 ≥10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 A3 驅動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病重且有流量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凍結 / att→0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止血生效的行為證據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一次設兩個旗標:禁止換過去(hoBlocklist)+ 禁止被刪掉(noRemove,保住失敗歷史)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不永久封鎖:時間到自動探測一次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探測又失敗就重新封鎖,間隔加倍(最多 4 倍)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要「乾淨且真的有流量」才判定恢復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預計操作結果:成對旗標封鎖 + L4 自動恢復探測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倍增鏈 300→600→1200 封頂 → 19:18:36 RECOVERED(流量背書)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25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Random Access 壞掉:檔案熱開關 tmp/ho_force_fail.txt 寫入「n30_c0,RandomAccessProblem」→ executor 對該 target 的每次換手都在「執行階段」回 RA 失敗(UE 到得了、接不進)。寫檔即生效,免重啟、不打斷 L4 計時。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 arfcn 上成批 ≥2 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異頻鄰區佈署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頻率層缺失的簽名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−88dBm ∧ 率 ≥20/min ∧ 3窗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持續量測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不是雜訊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known_for(src) per-source 頻率集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含空表病例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空表不得 early-return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先確認這個頻點不在本 cell 已知的頻率清單裡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逐個 PCI 讀 CGI(帶上外來頻點)→ 送 ADD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預計操作結果:先補頻率關係,才輪得到 cell 級 ADD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q8_v1..5(空表 bug 由真實 fixture 抓出)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25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砍掉 3.5GHz→2.1GHz 整層關係(3 條),2.1G 的 cell 照常存在也量得到;通道計算的干擾只算同頻 —— 形成「看得到卻換不過去」的缺層。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nrtCapacity.usedByCell ≥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滿載 staging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容量事實(per-cell)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候選冷度:meas ≤1/min ∧ att=0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修剪對象(最冷者先)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REJECTED_PROTECTED 事後拒絕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protected 條目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無 isRemoveAllowed 可觀測 → 事後防線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挑最冷的條目(沒量測也沒換手)最多 3 條,送 REMOVE 騰位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騰出空間後再送 ADD 建新關係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若全被拒(受保護條目)→ 停手送 SMO,不硬刪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這段期間其他分支看到滿載會自動讓路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預計操作結果:try-prune:試刪最冷條目騰位(被拒即止)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q9_v1..4(v10 遷移曾漏數的第 6 支重工)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25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灌入合成關係把三顆 cell 的 NRT 填到 used==limit;其中刻意放一條零活動的 x24(該被修剪)與一條 noRemove 的 x25(修剪必被拒),讓 try-prune 兩種結局都驗得到。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CellNotAvailable ≥0.5/min 持續 20s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PCI 變更、條目殘留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REPORTCGI 反查 UE 實量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 CGI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= remap 而非新鄰居(鑑別線)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PRB 主導旁路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病把 PRB 打到 100%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汙染指標不得當排除閘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先驗證:表裡記的 PCI 若其實還對就不動(避免誤修)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確認過期 → 刪舊條目 + 建正確的新條目,同一步完成不留空窗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看換手失敗率消退確認修好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預計操作結果:REMOVE+ADD 原子重指到正確 PCI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驗證:閉環抽驗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03:14:56 同秒重指 → pci=233、CNA 歸零、SUCC 恢復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25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Neighbor 還在,但表裡的資訊過期:只把條目的 target_pci 改成舊值 205,而 cell 實際 pci 已是 233。executor 換手前比對不符 → 回 CellNotAvailable;UE 搬回 s15 讓 A3 反覆去撞。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殭屍關係無流量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雙歸零(單零不刪 —— 卷面明列典型錯)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防手抖/防暫時靜默;缺值≠0 不得起算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protected 拒刪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不重試帳本的回填料源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量測與換手嘗試「同時為零」且持續滿窗,才送 REMOVE 回收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被拒(受保護)= 記進「不再重試」帳本 + 送 SMO,絕不重複下手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重啟後靠事件流把帳本補回來,不會忘記自己做過什麼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25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建 ghost 條目 main→dead_c0(目標 cell 根本不存在、無保護)與 main→old_c0(protected,驗拒絕路徑);另留 main→tmp_c0 當單零對照(有量測、無換手,不得誤刪)。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有人想去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訊號① 需求存在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沒人去成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訊號②③ 被擋在準備之前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訊號④ 封鎖無依據;有史=正當(不動不告警)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+ live 自然發生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live:正當封鎖不碰(cum 有史)✅;sim hoValidated 已修並回填(08/26),假陽性成因消失,待 RIC 補「新生關係寬限」後重驗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25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兩條關係給一模一樣的旗標(hoBlocklist+xnBlocklist),差別只造在行為訊號:n80 注入 40 筆歷史 RA 失敗 + hoValidated=true(正當);d02 零失敗史 + hoValidated=false(無據)。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