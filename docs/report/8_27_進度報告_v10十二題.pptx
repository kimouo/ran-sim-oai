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未入 NRT,UE 換手失敗以重建回流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 CGI 後補建關係,RLF 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鄰區已入 A3 範圍但 NRT 無關係,UE 滯留劣化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事前偵測補關係(不等 RLF)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+ live ADD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深邊緣覆蓋劣化:serving 極弱、鄰區相對強,樣本天然稀疏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以「相對增益+持續性」取代量能門檻補關係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 NCGI 出現,任何關係都不指向它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+ live ADD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 NCGI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正解:以 CGI 群組換手繞過歧義 + SMO 重規劃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L4 自動恢復探測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先補頻率關係,才輪得到 cell 級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fixture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REMOVE+ADD 原子重指到正確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live 自然發生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reestabInboundByPreviousPci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換到 NRT 沒有的 cell,失敗後重建回流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換手失敗的回流證據(目標側)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bySourceCell 來源歸屬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重建事件帶來源 cell 欄位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定位該補關係的來源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查無該關係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staging 時不建這條關係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缺鄰的直接定義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222A30"/>
                </a:solidFill>
                <a:latin typeface="Arial"/>
                <a:ea typeface="Microsoft JhengHei"/>
              </a:rPr>
              <a:t>REPORTCGI 解析(unique)→ anr-add(單向)→ confirm(推播/快照)→ UE 開始走新關係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預計操作結果:解析 CGI 後補建關係,RLF 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驗證:閉環抽驗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ADD → A3 SUCC 4/0 → RLF 歸零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gap = serving − 鄰區 ≤ 6dB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離線向量取 6.1/5.9dB 正反例;live 劇本 gap≈0.1dB(PathSolver 實測)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「該換卻沒得換」的訊號差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−85dBm ∧ 率 ≥20/min ∧ 3窗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持續量測驅動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不是雜訊、值得建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 + 既有關係否決規則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有具名失敗的既有關係才可否決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222A30"/>
                </a:solidFill>
                <a:latin typeface="Arial"/>
                <a:ea typeface="Microsoft JhengHei"/>
              </a:rPr>
              <a:t>REPORTCGI → anr-add;anrIntraEnabled=false 時改「偵測+拒寫+SMO」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預計操作結果:事前偵測補關係(不等 RLF)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+ live ADD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q2_v1..5(6.1dB 邊界正反)+ 抽驗中 live ADD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 succ=0.9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L4 探測/倍增/封頂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EXECUTED 5/5、twc=0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ADD→RLF 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量測率 ≤ 0.5× 其他 PCI 中位數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 UE 取樣稀疏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稀疏是簽名不是駁回理由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≥10dB(鄰區 − 同報 serving)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深邊緣位置(卷面:serving −112dBm、增益 +18.5dB)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卷面判準:絕對量能門檻會漏掉深邊緣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RLF.Drop ≥0.1 同向佐證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未注入 —— 深邊緣位置自然掉話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病的結果做佐證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222A30"/>
                </a:solidFill>
                <a:latin typeface="Arial"/>
                <a:ea typeface="Microsoft JhengHei"/>
              </a:rPr>
              <a:t>REPORTCGI ×3 抽樣一致 → anr-add;容量滿讓 Q9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預計操作結果:以「相對增益+持續性」取代量能門檻補關係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q3_v1..7 離線向量 ✅;live fixture 為「報告門檻 −85」型,深邊緣增益構型待補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全表查無的 (pci,arfcn)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sim 新增 cell 不入 NRT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全新鄰居的定義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率 ≥30/min ∧ RSRP ≥ −100dBm ∧ 2窗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強且持續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值得建關係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 succ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排除「其實是既有病」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222A30"/>
                </a:solidFill>
                <a:latin typeface="Arial"/>
                <a:ea typeface="Microsoft JhengHei"/>
              </a:rPr>
              <a:t>REPORTCGI ×2 一致 ∧ novel(不在既有 targets)→ 單向 ADD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預計操作結果:解析並單向建立關係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+ live ADD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q4_v1..4 + 抽驗中 live ADD(RLF-rank 猜來源已退役)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cgiResolutionSampling confusion=true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 cell 同 PCI 皆在視野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撞號的直接證據(雙 NCGI)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nrCellIdentityByNcgi 映射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per-NCGI 解析(混淆時單值=null)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群組換手 target 的 NCI 依據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消歧:owned 唯一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 NRT 只含其一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敢下手的前提;不唯一=SMO-only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222A30"/>
                </a:solidFill>
                <a:latin typeface="Arial"/>
                <a:ea typeface="Microsoft JhengHei"/>
              </a:rPr>
              <a:t>SMO + 抑制 ADD + Format 3 群組換手(condition PCI → owned CGI)→ twc ≤0.05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預計操作結果:v10 正解:以 CGI 群組換手繞過歧義 + SMO 重規劃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EXECUTED 5/5 → twc=0;NO_MATCH=掃動 UE 正常,重試即可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HoPrepInterFail(TXnRELOCprepExpiry)佔比 ≥0.8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prep 段失敗注入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連 Request 都沒送成 = 非鄰居病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xnX2Established = false / true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斷 → 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止血/解除的觸發(不是證據)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succ_last50 ≥ 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換手恢復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行為恢復的唯一判準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222A30"/>
                </a:solidFill>
                <a:latin typeface="Arial"/>
                <a:ea typeface="Microsoft JhengHei"/>
              </a:rPr>
              <a:t>set xnBlocklist(止血)→ SMO(TNL 屬管理面)→ xn=true 觸發 clear → 行為確認(1800s 窗)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等修復 → 行為證明恢復(三段)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SET(att 5→0)→ CLEAR → 17:07:10 RECOVERED succ=0.9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HoExeInterFail(RandomAccessProblem)主導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exe 段失敗注入(cell 級)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到了接不進 = 鄰居病(與 Q6 的鑑別刀)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 ≤0.6 ∧ att ≥0.5/min ∧ 樣本 ≥10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 A3 驅動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病重且有流量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凍結 / att→0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止血生效的行為證據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222A30"/>
                </a:solidFill>
                <a:latin typeface="Arial"/>
                <a:ea typeface="Microsoft JhengHei"/>
              </a:rPr>
              <a:t>hoBlocklist+noRemove 成對 → L4:到期探測、失敗再現重封(倍增封頂 4×)、乾淨+流量背書才恢復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預計操作結果:成對旗標封鎖 + L4 自動恢復探測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倍增鏈 300→600→1200 封頂 → 19:18:36 RECOVERED(流量背書)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外來 arfcn 上成批 ≥2 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異頻鄰區佈署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頻率層缺失的簽名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−88dBm ∧ 率 ≥20/min ∧ 3窗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持續量測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不是雜訊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known_for(src) per-source 頻率集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含空表病例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空表不得 early-return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222A30"/>
                </a:solidFill>
                <a:latin typeface="Arial"/>
                <a:ea typeface="Microsoft JhengHei"/>
              </a:rPr>
              <a:t>逐 PCI REPORTCGI(帶外來 arfcn)→ ADD;frequencyRelations 由 gNB 自動長出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預計操作結果:先補頻率關係,才輪得到 cell 級 ADD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q8_v1..5(空表 bug 由真實 fixture 抓出)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NRT 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nrtCapacity.usedByCell ≥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滿載 staging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容量事實(per-cell)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候選冷度:meas ≤1/min ∧ att=0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修剪對象(最冷者先)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REJECTED_PROTECTED 事後拒絕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protected 條目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無 isRemoveAllowed 可觀測 → 事後防線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222A30"/>
                </a:solidFill>
                <a:latin typeface="Arial"/>
                <a:ea typeface="Microsoft JhengHei"/>
              </a:rPr>
              <a:t>挑最冷 REMOVE(至多 3 候選)→ 騰位 ADD;全拒 → SMO;discovery 分支見滿載自我抑制讓路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預計操作結果:try-prune:試刪最冷條目騰位(被拒即止)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fixture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q9_v1..4(v10 遷移曾漏數的第 6 支重工)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CellNotAvailable ≥0.5/min 持續 20s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PCI 變更、條目殘留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REPORTCGI 反查 UE 實量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解回同 CGI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= remap 而非新鄰居(鑑別線)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PRB 主導旁路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病把 PRB 打到 100%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汙染指標不得當排除閘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222A30"/>
                </a:solidFill>
                <a:latin typeface="Arial"/>
                <a:ea typeface="Microsoft JhengHei"/>
              </a:rPr>
              <a:t>verify-first(storedPci 仍對→不修)→ REMOVE(stale-pci)+ADD 原子 → 失敗率消退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預計操作結果:REMOVE+ADD 原子重指到正確 PCI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驗證:閉環抽驗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03:14:56 同秒重指 → pci=233、CNA 歸零、SUCC 恢復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measSampleRate=0 ∧ att=0 同步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殭屍關係無流量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雙歸零(單零不刪 —— 卷面明列典型錯)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 21600s(6h;測試壓縮 300s)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防手抖/防暫時靜默;缺值≠0 不得起算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REMOVE_REJECTED 事件(wire)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protected 拒刪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不重試帳本的回填料源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222A30"/>
                </a:solidFill>
                <a:latin typeface="Arial"/>
                <a:ea typeface="Microsoft JhengHei"/>
              </a:rPr>
              <a:t>REMOVE(aging);被拒 = SMO + 入不重試帳本絕不重試(重啟由事件回填,不失憶)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預計操作結果:雙歸零滿窗才回收;判準是使用量不是年齡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驗證:全循環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四型矩陣:乾淨 REMOVED / 拒後零重發 / 單零不誤刪 / 活躍不碰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量測強(≥10/min,≥−95dBm)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有人想去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訊號① 需求存在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att ≡ 0 ∧ hoValidated=false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沒人去成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訊號②③ 被擋在準備之前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= 0(無失敗史)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訊號④ 封鎖無依據;有史=正當(不動不告警)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222A30"/>
                </a:solidFill>
                <a:latin typeface="Arial"/>
                <a:ea typeface="Microsoft JhengHei"/>
              </a:rPr>
              <a:t>無據 → 成對 FLAG_CLEAR 修復 + 告警 + 行為確認;正當 → 已檢視、不動、不入 /alarms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預計操作結果:由四項行為訊號推論,只修無據、不碰正當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驗證:離線 + live 自然發生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live:正當封鎖不碰(cum 有史)✅;⚠ sim hoValidated 恆 false → 無據判定失真,待修後重驗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