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場景放 3 顆 2.1GHz cell,佈病把 3.5G→2.1G 整層關係(3 條)一次砍掉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一次冒出多顆外來頻點的強 PCI = 缺的是整個頻率層,不是單一鄰居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 訊號穩定達標;通道計算的干擾只算同頻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夠強又持續才建,避免把偶發的跨頻樣本當成缺層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每個來源 cell 各自維護已知頻點集合,含「完全空表」的病例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空表不得直接跳過 —— 從沒建過任何跨頻關係的 cell 才最需要補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場景本來就有 3 顆 2.1GHz cell,佈病把 3.5G→2.1G 的整層關係(3 條)一次砍掉。通道計算的干擾只算同頻,所以 2.1G 這一層對 UE 是「看得到、量得到、就是換不過去」。這題考的是頻率層關係要先補起來,cell 級的 ADD 才輪得到 —— 順序反了就永遠補不進去。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4 組樣本全部判對(騰位成功與被拒停手兩種結局都涵蓋)。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