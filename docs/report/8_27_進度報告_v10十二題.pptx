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serving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 NRT;該處人少,樣本天生稀疏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 serving 好 ≥10dB 且連 3 窗」而非樣本量 → 解析 CGI → 請 gNB 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A3 想換手卻被 NRT 閘擋下 → 訊號續弱到 T310 逾時 → 宣告 RLF → 就近重建到對向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從同一個 pci 大量重建進來 = 那個方向本來就該有換手路徑;證據落在目標側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每筆回報記下「當下」的 serving cell(08/26 改為量測當時,不是查詢當下)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缺鄰要補在「來源→目標」這條有向邊上;沒有來源歸屬只知道有人掉線,不知道該對哪顆 cell 下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src→nbr 條目從表上刪掉;兩端 cell 與量測全部正常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訊號夠強且持續、表上卻查無 —— 這就是卷面分類一的判準本身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讀系統資訊,解出全域識別 CGI,唯一才採信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在「來源 cell」補這條關係(反向由對方 gNB 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 NRT 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佈病只做一件事:把 NRT 裡 src→nbr 那一條刪掉。關鍵是 sim 的 A3 有 NRT 閘(ANR_REQUIRE_NRT)—— 表上沒有這條關係就不准換手,UE 只能一路撐到訊號低於 Qout、T310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落後 serving ≤ 6dB(換手等效門檻內)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位置由 PathSolver 逐點實測挑出:鄰區逼近 serving 但 SINR 仍 ≥ −2,不會掉線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「該換卻沒得換」的訊號差;落在換手等效門檻內才算真候選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沿邊界來回,量測持續進來而非偶發經過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單一窗口撞到不算數,要連續多窗才排除雜訊(卷面 L4 持續性要求)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查無;既有關係要否決須有具名失敗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佈病剪掉 s25→n35,其餘既有關係維持健康高成功率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只有「有具名失敗的既有關係」才可否決建關係;單純沒人用不構成否決理由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serving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解析 CGI(抽樣 5 次一致)→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只偵測不寫入,改送 SMO 請管理面建立(停用 ≠ 禁止改 NRT)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同樣是剪掉關係,難的是位置:要讓鄰區訊號逼近 serving(進入換手等效門檻)卻又不能讓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servingRsrp 中位 ≤ 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 s28 天線零陷內的深邊緣點,live 實測 serving −107.5dBm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「深邊緣」定義在 serving 絕對值,不是距離遠近;拉距離拉不出來,靠場型零陷做到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UE 的 45° 側 → −87.8dBm,較 serving 高 +19.8dB(卷面 +18.5)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判準改看相對增益:絕對值再低,只要比 serving 好 10dB 就值得建關係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樣本稀疏(簽名,不作判準)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本場實測 140/min;要做出卷面的 0.6/min 需 UE 只偶爾經過,與持續窗互斥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卷面明列「以量能門檻過濾」為典型錯誤 —— 稀疏不得作為駁回理由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 RSRP − 同報 serving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個窗都成立才動手(serving ≤−105、增益 ≥10dB、NRT 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讀目標系統資訊解出 CGI,抽樣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建關係(xApp 不自己寫 NRT),等 NRT 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依卷面重佈後實測:serving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依卷面重佈(08/26):不動 TX 功率,改用天線場型與幾何。s28 的場型零陷在 ±z 方向,把 UE 停在 (0,−420) 就得到 serving −107.5dBm 的深邊緣;n51/n52 排在同一條 z 軸更遠處,比 serving 還弱,才不會用 A3 把 UE 拉走或搶走駐留;n91 擺在 45° 側取得 +19.8dB 相對增益。n91 另標 cellBarred,否則 UE 一 RLF 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場景多放一顆 unk_c0(pci 301),且不建任何指向它的關係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「全表查無」才算新面孔;只要出現在既有 targets 裡就不是這題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≥5/min ∧ RSRP ≥ −100dBm ∧ 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走近它,量測強度與回報率穩定達標(門檻 08/26 由 30 改回卷面的 5/min)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夠強又持續才值得建,避免把偶發雜訊當成新鄰居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其餘既有關係維持高成功率,不注入任何失敗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排除「其實是既有關係壞掉」的可能;結果型 KPI 不可單獨當根因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REPORTCGI 解出 CGI,抽樣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送 ADD 請 gNB 建單向關係(反向由對方 gNB 自建),等 NRT 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 bySourceCell 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場景多放一顆 unk_c0(pci 301),並確保沒有任何關係指向它 —— cell 真的存在、UE 量得到、CGI 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這題在演什麼:兩顆不同的 cell 用了同一個 PCI(實體識別碼只有 1008 個,會撞號)。UE 回報「我看到 PCI 7」時,基地台無法確定指的是哪一顆 —— 照 PCI 換手就是在賭,賭錯就把 UE 送去錯的 cell。難點:要先確定「該換到哪一顆」才敢動作,而 PCI 本身給不出答案。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解析同一 PCI → 兩個不同 CGI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 west_c7 與 east_c7 兩顆 cell 共用 pci=7,UE 在中間兩顆都量得到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這是撞號的直接證據,但它只說「有歧義」,不會告訴你該選哪一顆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來源鄰區表裡只有其中一顆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佈病把來源 mid_c0 的表只留 east 一條(刪掉 west)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這條既有關係就是依據:它才是 mid 本來就該換過去的鄰居 —— 有它才敢動作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該顆的全域識別碼(NR Cell Identity)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解析結果逐一附上各候選的 36-bit 識別碼(08/26 新增欄位)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換手指令只能填全域識別碼;PCI 正在撞號,拿它指路必然賭錯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發現同一個 PCI 解出兩個不同的 cell → 確認撞號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立刻通報 SMO:根治要重新規劃 PCI,那是管理面的事,xApp 只能止血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撞號期間不建關係 —— 會建到錯的那一顆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查來源的鄰區表:剛好只有一顆在裡面 → 它就是目標;兩顆都在或都不在就不准猜,只通報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下群組換手:條件寫 PCI、目標直接填那顆的全域識別碼,繞過歧義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⑥ 確認換錯 cell 的比率 ≤5%,才算真的有效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預計操作結果:UE 不再賭 PCI,改用全域識別碼直接指定正確的 cell;撞號本身交管理面重新規劃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一次導正 5 台 UE 全數成功,換錯 cell 比率 0;UE 巡迴經過時才抓得到人,沒抓到就下一輪再試,屬正常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關係與量測全部正常,只把 xn_x2_established 改成 false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Handover Request 都送不出去 = 傳輸層問題,不是鄰居本身壞掉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 false 造病、CASE=q6_restore 改回 true 代表管理面把 Xn 接好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旗標只是止血與解除的觸發訊號,本身不能當恢復證據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 A3 恢復,成功率由真實換手一筆一筆累積起來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行為回升才算恢復;UE 靜止不動造成的「零失敗」不算數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設 xnBlocklist:關係留著,但禁止拿它當換手目標(止血,不拆線)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Xn 是管理面的事,xApp 修不了 → 送 SMO 請人修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看到 Xn 恢復就解除封鎖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關係、量測、UE 全部正常,只把 xn_x2_established 改成 false。換手 executor 一看 Xn 沒通,就在準備階段回 TXnRELOCprepExpiry —— 連 Handover Request 都送不出去,這正是與第 7 題(執行階段 RA 失敗)的鑑別線。修復用 CASE=q6_restore 把旗標改回 true,代表管理面已把 Xn 接好。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3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8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量到的訊號一切正常,換手也真的發起了,卻在最後一步「接進去」時失敗 —— 目標 cell 的隨機接取程序壞掉了。與第 6 題的分野:第 6 題是連換手請求都送不出去(準備階段),這題是送得出去、UE 也走過去了、就是接不進(執行階段)。難點:所有訊號指標都正常,只能從「失敗原因的分佈」看出來;而且這種病可能自己好,不能一關就永遠關著。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換手失敗集中在「接入失敗」這個原因(佔比高)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在檔案熱開關指名目標 cell,執行器讓每次換手都在執行階段回接入失敗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 = 鄰居本身壞掉;與第 6 題的準備階段失敗分家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成功率 ≤0.5 ∧ 嘗試 ≥0.5/min ∧ 樣本 ≥50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由真實 A3 驅動嘗試,不灌假事件;樣本要真的累積到 50 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病重(成功率低)又有人在用(樣本足)才動手,避免兩三筆就誤判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止血後:失敗累計凍結、換手嘗試歸零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封鎖後 A3 自動跳過該目標,嘗試數自然降到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不是靠旗標說了算,而是行為真的變了才算止血生效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失敗集中在接入失敗、成功率夠低、樣本夠多 → 確認是鄰居本身的問題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一次設兩個旗標:禁止換過去 + 禁止被刪掉(保住失敗歷史當證據)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不永久封鎖:時間到自動探測一次,看它是不是已經好了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探測又失敗就重新封鎖,下次間隔加倍(最多 4 倍才封頂)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要「乾淨且真的有流量」才判定恢復 —— 沒人用的安靜不算好了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預計操作結果:封而不刪、定期回頭探測;好了自動放行,沒好就加長間隔再等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封鎖後嘗試數立刻歸零;探測—重封的間隔依序加倍到封頂,病治好後再探測一次、確認有流量且乾淨,才判定恢復(全程約 2 小時)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FFFFFF"/>
                </a:solidFill>
                <a:latin typeface="Arial"/>
                <a:ea typeface="Microsoft JhengHei"/>
              </a:rPr>
              <a:t>這題不是改旗標,是直接注入結果:在 tmp/ho_force_fail.txt 寫一行「n30_c0,RandomAccessProblem」,換手執行器每次換手都讀這個檔,目標中名單就讓這次換手在執行階段失敗、原因填「接入失敗」。為什麼不用物理做:訊號模型算得出 RSRP/SINR,但隨機接取壞掉屬於接取程序層級,模型裡沒有 —— 與其假造成因,不如忠實重現結果。為什麼用檔案不用環境變數:改 env 要重啟容器,會打斷 xApp 長達兩小時的探測計時,而且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這題在演什麼:網路有兩層頻段 —— UE 現在待在 3.5GHz,另一層 2.1GHz 也有基地台。UE 明明量得到 2.1GHz 那層的好幾顆 cell,卻一顆都換不過去,因為鄰區表裡「整層」都沒有。與前幾題的差別:缺的不是某一條關係,是整個頻率層 —— 所以要先讓基地台知道「這個頻點值得量」,個別 cell 的關係才輪得到補。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同一個「外來頻點」上一次出現 ≥2 顆強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場景佈兩層:3.5GHz 的 s11(服務)+ 2.1GHz 的 f55/f61/f68 三顆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要求成批出現:單獨一顆可能誤讀,一次多顆才代表整層真的在那裡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 ≥ −88dBm ∧ 回報率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位置讓 2.1GHz 訊號穩定達標;干擾計算只算同頻,不會拖累 3.5G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夠強又持續才補,避免把偶發的跨頻樣本當成缺層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這個頻點不在該來源 cell 的「已知頻點清單」裡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 = 自己的頻率 + 既有關係涉及的頻率,每顆 cell 各自一份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清單空的(從沒建過跨頻關係)最需要補,卻最容易被程式直接跳過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量測報告裡出現一個不在「這顆 cell 已知頻點清單」裡的頻點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看它上面是不是一次有 2 顆以上夠強的 PCI —— 成批才是整層缺失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確認夠強又持續(連 3 窗),排除偶發經過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對每顆 PCI 解出全域識別碼 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預計操作結果:補上整層跨頻關係,UE 才有機會被分流到另一個頻段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場景長這樣:3.5GHz 層有 s11(UE 目前的服務 cell,pci 160)和同頻鄰居 n50(pci 172);2.1GHz 層另外佈了三顆 f55 / f61 / f68(pci 55/61/68),錯落在 s11 周邊 150~240 公尺處。UE 待在 s11 上,五顆 cell 全部量得到。佈病只做一個動作:把 s11 通往那三顆 2.1GHz cell 的關係一次全砍(整層消失),再把 UE 搬回 s11。「看得到卻換不過去」靠兩個機制同時成立:①干擾只算同頻 —— 2.1GHz 的訊號不會拉低 3.5GHz 的 SINR,UE 待著很穩不會掉線,病徵才不會變成別題;②沒有關係 → A3 被鄰區表的閘擋住,想換也換不了。同頻的 s11→n50 關係刻意保持健康,當對照組。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這題在演什麼:鄰區表有容量上限(本場設每顆 cell 8 條)。三顆 cell 的表都已經塞滿,而旁邊真的有一顆新 cell 需要被加進來 —— 表滿了,加不進去。難點:得先騰位,但「哪一條可以刪」事先看不出來(v10 把「可否移除」這個欄位拿掉了),只能刪下去才知道會不會被拒絕。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某顆 cell 的鄰區表已達上限(8/8)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灌合成條目,把 n60/n61/n62 三顆的表各自填到剛好 8 條滿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容量是每顆 cell 各自算的;全網總數沒滿,不代表某一顆沒滿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修剪候選 = 量測 ≤1/min 且換手嘗試 = 0(最冷)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灌進去的條目指向場景裡根本不存在的 cell,UE 永遠量不到、也不會換過去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「冷」就是沒人在用;最冷的先刪,還有人在用的不能動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刪下去才知道會不會被拒(受保護條目)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其中一條刻意標成受保護,刪它 CU 一定回絕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看不到「可否移除」,所以這是事後防線,不是事前檢查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發現某顆 cell 的鄰區表已滿,而且還有新鄰居需要進來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從表裡挑最冷的(沒量測也沒換手)最多 3 條,送 REMOVE 試著騰位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刪成功 → 空出位子 → 送 ADD 把新鄰居加進來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被拒絕(受保護)→ 不硬刪、不重試,改送 SMO 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這段期間,其他負責「發現新鄰居」的分支看到這顆滿載會自己不送 ADD,等騰位完成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預計操作結果:先騰位再加人;騰不出來就交給人,不硬幹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兩種結局同一場都驗到:刪掉最冷的騰出位子後成功加入;動到受保護那條則被回絕,xApp 停手改送通報。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場景長這樣:三顆同頻 cell n60 / n61 / n62 一字排開(相距 300 公尺),另有一顆 n77 在北側 200 公尺處 —— 它是「真的該被加進表裡」的新鄰居(UE 量得到,但標成不可駐留,所以只會被當成鄰居看待)。佈病做三件事:①砍掉三顆 cell 通往 n77 的關係,讓它變成待加入的新鄰居;②各灌一條零活動的 x24(可刪)與一條受保護的 x25(刪不掉);③再用合成條目 pad01… 把每顆的表填到剛好 8 條上限。x24 / x25 / pad 指向的 cell 在場景裡都不存在,所以天生零量測、零換手 —— 冷度滿分;而 n77 是真實 cell、有量測,對比就出來了。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CellNotAvailable ≥0.5/min 持續 20s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 target_pci 留舊值 205、cell 實際已是 233 → 每次換手回 CellNotAvailable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打不到的目標:關係還在,但表裡記的對應已經失真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REPORTCGI 反查 UE 實量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用 REPORTCGI 反查 UE 實際量到的 PCI,會解回同一個 CGI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解回同一顆 = 該修對應(remap);解回別顆才是新鄰居(第 4 題)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PRB 主導旁路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病本身把 PRB 打到 100%(換手失敗,UE 全塞在來源 cell)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被病汙染的指標不能當排除條件,否則永遠誤判成壅塞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先驗證:表裡記的 PCI 若其實還對就不動(避免誤修)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確認過期 → 刪舊條目 + 建正確的新條目,同一步完成不留空窗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看換手失敗率消退確認修好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預計操作結果:REMOVE+ADD 原子重指到正確 PCI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03:14:56 同秒重指 → pci=233、CNA 歸零、SUCC 恢復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Neighbor 還在,但表裡的資訊過期:只把條目的 target_pci 改成舊值 205,而 cell 實際 pci 已經是 233。executor 換手前比對兩者不符,直接回 CellNotAvailable。UE 必須先搬回 s15,A3 才會反覆去撞這條壞掉的對應;不搬的話 att=0、病徵長不出來 —— 這是坑 1 的教訓。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measSampleRate=0 ∧ att=0 同步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建 ghost 條目 main→dead_c0,目標 cell 根本不存在 → 兩項天生同時為零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雙歸零才回收;只有一項為零可能只是暫時沒人走那個方向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 21600s(6h;測試壓縮 300s)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另留 main→tmp_c0 當單零對照:量得到,但沒人換過去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單零不刪 —— 卷面把「單訊號歸零就刪」明列為典型錯誤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REMOVE_REJECTED 事件(wire)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再建一條 protected 條目,REMOVE 下去 CU 必定拒絕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拒絕事件是 xApp 重啟後重建「不再重試」帳本的唯一料源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量測與換手嘗試「同時為零」且持續滿窗,才送 REMOVE 回收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被拒(受保護)= 記進「不再重試」帳本 + 送 SMO,絕不重複下手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重啟後靠事件流把帳本補回來,不會忘記自己做過什麼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預計操作結果:雙歸零滿窗才回收;判準是使用量不是年齡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四型矩陣:乾淨 REMOVED / 拒後零重發 / 單零不誤刪 / 活躍不碰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建 ghost 條目 main→dead_c0:目標 cell 根本不存在,所以量測與換手嘗試天生同時為零。另外建 main→old_c0 並標 protected(驗 REMOVE 被拒的路徑),再留 main→tmp_c0 當單零對照(量得到但沒人換過去,不得誤刪)。三種條目同場,回收判準的三種結局才驗得完整。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量測強(≥10/min,≥−95dBm)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兩條關係的量測都很強(UE 就在旁邊,需求真實存在)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先要「有人想去」,才談得上是不是被擋住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att ≡ 0 ∧ hoValidated=false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兩條的旗標設成一模一樣,差別只造在 hoValidated 與失敗史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旗標在 E2 看不到,只能靠行為訊號分辨哪一條該修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= 0(無失敗史)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n80 注入 40 筆歷史 RA 失敗;d02 一筆都沒有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有失敗史 = 正當封鎖(不動);沒有 = 無據封鎖(該修)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看不到,只能從行為推論是不是被無故封鎖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判定「無據」→ 成對解除 + 告警 + 確認 UE 真的開始走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判定「正當」(有失敗歷史)→ 看過就好,不動、也不告警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預計操作結果:由四項行為訊號推論,只修無據、不碰正當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正當封鎖不動、無據封鎖修復,兩種都判對;hoValidated 欄位已修好,誤判成因排除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兩條關係的旗標設成一模一樣(hoBlocklist+xnBlocklist),差別只造在行為訊號:n80 注入 40 筆歷史 RA 失敗事件並標 hoValidated=true(曾經正常服務過);d02 零失敗史、hoValidated=false。因為 v10 規定旗標在 E2 不可觀測,xApp 只能靠這些行為訊號分辨哪一條該修、哪一條不能碰。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