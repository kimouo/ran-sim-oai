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 CGI 後補建關係,RLF 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serving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 NRT;該處人少,樣本天生稀疏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 serving 好 ≥10dB 且連 3 窗」而非樣本量 → 解析 CGI → 請 gNB 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live 重佈 ✅(08/26)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 NCGI 出現,任何關係都不指向它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 NCGI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正解:以 CGI 群組換手繞過歧義 + SMO 重規劃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L4 自動恢復探測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先補頻率關係,才輪得到 cell 級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REMOVE+ADD 原子重指到正確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live 自然發生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A3 想換手卻被 NRT 閘擋下 → 訊號續弱到 T310 逾時 → 宣告 RLF → 就近重建到對向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從同一個 pci 大量重建進來 = 那個方向本來就該有換手路徑;證據落在目標側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bySourceCell 來源歸屬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每筆回報記下「當下」的 serving cell(08/26 改為量測當時,不是查詢當下)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缺鄰要補在「來源→目標」這條有向邊上;沒有來源歸屬只知道有人掉線,不知道該對哪顆 cell 下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src→nbr 條目從表上刪掉;兩端 cell 與量測全部正常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訊號夠強且持續、表上卻查無 —— 這就是卷面分類一的判準本身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讀系統資訊,解出全域識別 CGI,唯一才採信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在「來源 cell」補這條關係(反向由對方 gNB 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 NRT 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驗證:閉環抽驗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ADD → A3 SUCC 4/0 → RLF 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佈病只做一件事:把 NRT 裡 src→nbr 那一條刪掉。關鍵是 sim 的 A3 有 NRT 閘(ANR_REQUIRE_NRT)—— 表上沒有這條關係就不准換手,UE 只能一路撐到訊號低於 Qout、T310 逾時宣告 RLF,再就近重建到對向 cell。所以「掉線重建」不是另外注入的,是缺關係的必然結果,xApp 才有重建統計可以反推缺了哪一條。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落後 serving ≤ 6dB(換手等效門檻內)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位置由 PathSolver 逐點實測挑出:鄰區逼近 serving 但 SINR 仍 ≥ −2,不會掉線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「該換卻沒得換」的訊號差;落在換手等效門檻內才算真候選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沿邊界來回,量測持續進來而非偶發經過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單一窗口撞到不算數,要連續多窗才排除雜訊(卷面 L4 持續性要求)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查無;既有關係要否決須有具名失敗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佈病剪掉 s25→n35,其餘既有關係維持健康高成功率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只有「有具名失敗的既有關係」才可否決建關係;單純沒人用不構成否決理由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serving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解析 CGI(抽樣 5 次一致)→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只偵測不寫入,改送 SMO 請管理面建立(停用 ≠ 禁止改 NRT)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fixture(尚未 live 佈場)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離線 5 組向量 q2_v1..5(含 6.1dB 邊界的正例與反例)全過;wire 上尚未專門佈第 2 題的場景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同樣是剪掉關係,難的是位置:要讓鄰區訊號逼近 serving(進入換手等效門檻)卻又不能讓 UE 掉線,否則就退化成第 1 題。用 PathSolver 逐點實測挑出 gap≈0.1dB、SINR≥−2 的窄窗,再讓 5 台 UE 沿邊界來回維持樣本。自由空間公式在這裡估不準(兩天線主瓣重疊同一走廊),一定要實測。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 succ=0.9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L4 探測/倍增/封頂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EXECUTED 5/5、twc=0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ADD→RLF 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servingRsrp 中位 ≤ 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 s28 天線零陷內的深邊緣點,live 實測 serving −107.5dBm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「深邊緣」定義在 serving 絕對值,不是距離遠近;拉距離拉不出來,靠場型零陷做到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serving)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UE 的 45° 側 → −87.8dBm,較 serving 高 +19.8dB(卷面 +18.5)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判準改看相對增益:絕對值再低,只要比 serving 好 10dB 就值得建關係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樣本稀疏(簽名,不作判準)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本場實測 140/min;要做出卷面的 0.6/min 需 UE 只偶爾經過,與持續窗互斥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卷面明列「以量能門檻過濾」為典型錯誤 —— 稀疏不得作為駁回理由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 RSRP − 同報 serving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個窗都成立才動手(serving ≤−105、增益 ≥10dB、NRT 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讀目標系統資訊解出 CGI,抽樣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建關係(xApp 不自己寫 NRT),等 NRT 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驗證:live 重佈通過(待收綠)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08/26 依卷面重佈:serving −107.5 ✓、增益 +19.8dB ✓、來源歸屬單一;xApp 07:43 已 ADD 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依卷面重佈(08/26):不動 TX 功率,改用天線場型與幾何。s28 的場型零陷在 ±z 方向,把 UE 停在 (0,−420) 就得到 serving −107.5dBm 的深邊緣;n51/n52 排在同一條 z 軸更遠處,比 serving 還弱,才不會用 A3 把 UE 拉走或搶走駐留;n91 擺在 45° 側取得 +19.8dB 相對增益。n91 另標 cellBarred,否則 UE 一 RLF 就重建過去,深邊緣狀態當場消失。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全表查無的 (pci,arfcn)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場景多放一顆 unk_c0(pci 301),且不建任何指向它的關係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「全表查無」才算新面孔;只要出現在既有 targets 裡就不是這題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≥5/min ∧ RSRP ≥ −100dBm ∧ 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走近它,量測強度與回報率穩定達標(門檻 08/26 由 30 改回卷面的 5/min)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夠強又持續才值得建,避免把偶發雜訊當成新鄰居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 succ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其餘既有關係維持高成功率,不注入任何失敗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排除「其實是既有關係壞掉」的可能;結果型 KPI 不可單獨當根因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REPORTCGI 解出 CGI,抽樣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送 ADD 請 gNB 建單向關係(反向由對方 gNB 自建),等 NRT 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 bySourceCell 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fixture(尚未 live 佈場)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離線 4 組向量 q4_v1..4 全過;wire 上還沒有專門為第 4 題佈的場景 —— 03:11 那筆真實 ADD 來自第 1 題抽驗場,只能旁證 ADD 動線可用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場景多放一顆 unk_c0(pci 301),並確保沒有任何關係指向它 —— cell 真的存在、UE 量得到、CGI 也解得出來,唯獨表上查無。與第 1 題的差別在於這顆是全新的,不是既有關係被刪掉;所以 xApp 必須先確認它不在任何既有 targets 裡,才不會把既有病誤判成新鄰居。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cgiResolutionSampling confusion=true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 west_c7 與 east_c7 兩顆不同 cell 共用 pci=7,UE 在中間兩顆都量得到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同一個 PCI 解出兩個不同 NCGI —— 這就是撞號的直接證據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nrCellIdentityByNcgi 映射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 NCGI 附上 36-bit NR Cell Identity(08/26 新增欄位)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群組換手必須指定「正確那一顆」的全域識別,不能靠 PCI 指路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消歧:owned 唯一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佈病把來源 mid_c0 的表只留 east 一條(刪掉 west)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消歧唯一才敢動手;兩顆都在或都不在表上時,正解只剩通報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先送 SMO:PCI 撞號要靠重新規劃才能根治,xApp 只能止血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撞號期間不建關係(會建到錯的那一顆)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改用「群組換手」:條件寫 PCI、目標直接指定正確的 CGI,繞過歧義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確認換錯 cell 的比率 ≤5% 才算有效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預計操作結果:v10 正解:以 CGI 群組換手繞過歧義 + SMO 重規劃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EXECUTED 5/5 → twc=0;NO_MATCH=掃動 UE 正常,重試即可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撞號直接寫在場景裡:west_c7 與 east_c7 兩顆不同 cell 給同一個 pci=7,UE 在中間的 mid_c0 上兩顆都量得到。佈病再把 mid 的表只留 east(刪掉 west),造出「owned 唯一」—— 這是 xApp 敢下群組換手的前提。若兩顆都在或都不在表上,正解就只剩通報,不得猜。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HoPrepInterFail(TXnRELOCprepExpiry)佔比 ≥0.8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關係與量測全部正常,只把 xn_x2_established 改成 false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 Handover Request 都送不出去 = 傳輸層問題,不是鄰居本身壞掉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xnX2Established = false / true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 false 造病、CASE=q6_restore 改回 true 代表管理面把 Xn 接好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旗標只是止血與解除的觸發訊號,本身不能當恢復證據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succ_last50 ≥ 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 A3 恢復,成功率由真實換手一筆一筆累積起來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行為回升才算恢復;UE 靜止不動造成的「零失敗」不算數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設 xnBlocklist:關係留著,但禁止拿它當換手目標(止血,不拆線)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Xn 是管理面的事,xApp 修不了 → 送 SMO 請人修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看到 Xn 恢復就解除封鎖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等修復 → 行為證明恢復(三段)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SET(att 5→0)→ CLEAR → 17:07:10 RECOVERED succ=0.9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關係、量測、UE 全部正常,只把 xn_x2_established 改成 false。換手 executor 一看 Xn 沒通,就在準備階段回 TXnRELOCprepExpiry —— 連 Handover Request 都送不出去,這正是與第 7 題(執行階段 RA 失敗)的鑑別線。修復用 CASE=q6_restore 把旗標改回 true,代表管理面已把 Xn 接好。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HoExeInterFail(RandomAccessProblem)主導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檔案熱開關指定 n30_c0 → executor 對該目標每次換手都在執行階段回 RA 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 = 鄰居本身有問題;與第 6 題的準備階段失敗分家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 ≤0.6 ∧ att ≥0.5/min ∧ 樣本 ≥10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由真實 A3 驅動嘗試,不灌假事件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要病重(成功率低)又有流量(樣本足)才動手,避免小樣本誤判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凍結 / att→0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 A3 跳過該目標,換手嘗試自然歸零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失敗累計凍結 + 嘗試歸零 = 封鎖真的生效的行為證據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一次設兩個旗標:禁止換過去(hoBlocklist)+ 禁止被刪掉(noRemove,保住失敗歷史)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不永久封鎖:時間到自動探測一次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探測又失敗就重新封鎖,間隔加倍(最多 4 倍)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要「乾淨且真的有流量」才判定恢復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預計操作結果:成對旗標封鎖 + L4 自動恢復探測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倍增鏈 300→600→1200 封頂 → 19:18:36 RECOVERED(流量背書)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Random Access 壞掉:在 tmp/ho_force_fail.txt 寫一行「n30_c0,RandomAccessProblem」,executor 對該目標的每次換手都在執行階段回 RA 失敗(UE 到得了、接不進)。用檔案而不用環境變數,是因為改 env 要重啟容器 —— 會打斷 xApp 的 L4 探測計時,而且 env 曾經跨場景撞名污染到別題。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外來 arfcn 上成批 ≥2 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場景放 3 顆 2.1GHz cell,佈病把 3.5G→2.1G 整層關係(3 條)一次砍掉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一次冒出多顆外來頻點的強 PCI = 缺的是整個頻率層,不是單一鄰居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−88dBm ∧ 率 ≥20/min ∧ 3窗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位置讓 2.1G 訊號穩定達標;通道計算的干擾只算同頻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夠強又持續才建,避免把偶發的跨頻樣本當成缺層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known_for(src) per-source 頻率集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每個來源 cell 各自維護已知頻點集合,含「完全空表」的病例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空表不得直接跳過 —— 從沒建過任何跨頻關係的 cell 才最需要補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先確認這個頻點不在本 cell 已知的頻率清單裡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逐個 PCI 讀 CGI(帶上外來頻點)→ 送 ADD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預計操作結果:先補頻率關係,才輪得到 cell 級 ADD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q8_v1..5(空表 bug 由真實 fixture 抓出)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場景本來就有 3 顆 2.1GHz cell,佈病把 3.5G→2.1G 的整層關係(3 條)一次砍掉。通道計算的干擾只算同頻,所以 2.1G 這一層對 UE 是「看得到、量得到、就是換不過去」。這題考的是頻率層關係要先補起來,cell 級的 ADD 才輪得到 —— 順序反了就永遠補不進去。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NRT 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nrtCapacity.usedByCell ≥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灌入合成關係,把三顆 cell 的鄰區表各自填到 used ==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 per-cell 概念:總量沒滿不代表某一顆沒滿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候選冷度:meas ≤1/min ∧ att=0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其中放一條零量測、零換手的 x24 當修剪對象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最冷的先刪;還有人在用的條目不能動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REJECTED_PROTECTED 事後拒絕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另放一條 noRemove 的 x25,刪它 CU 一定回絕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 isRemoveAllowed,只能刪下去才知道 → 事後防線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挑最冷的條目(沒量測也沒換手)最多 3 條,送 REMOVE 騰位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騰出空間後再送 ADD 建新關係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若全被拒(受保護條目)→ 停手送 SMO,不硬刪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這段期間其他分支看到滿載會自動讓路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預計操作結果:try-prune:試刪最冷條目騰位(被拒即止)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q9_v1..4(v10 遷移曾漏數的第 6 支重工)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灌入合成關係把三顆 cell 的鄰區表各自填到 used == limit(容量是 per-cell,不是全網總量)。裡面刻意混兩種條目:一條零量測零換手的 x24(該被修剪的最冷者),一條 noRemove 的 x25(刪它 CU 一定拒絕)。這樣 try-prune 的兩種結局 —— 騰位成功、被拒停手 —— 在同一場都驗得到。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CellNotAvailable ≥0.5/min 持續 20s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 target_pci 留舊值 205、cell 實際已是 233 → 每次換手回 CellNotAvailable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打不到的目標:關係還在,但表裡記的對應已經失真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REPORTCGI 反查 UE 實量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用 REPORTCGI 反查 UE 實際量到的 PCI,會解回同一個 CGI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解回同一顆 = 該修對應(remap);解回別顆才是新鄰居(第 4 題)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PRB 主導旁路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病本身把 PRB 打到 100%(換手失敗,UE 全塞在來源 cell)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被病汙染的指標不能當排除條件,否則永遠誤判成壅塞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先驗證:表裡記的 PCI 若其實還對就不動(避免誤修)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確認過期 → 刪舊條目 + 建正確的新條目,同一步完成不留空窗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看換手失敗率消退確認修好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預計操作結果:REMOVE+ADD 原子重指到正確 PCI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驗證:閉環抽驗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03:14:56 同秒重指 → pci=233、CNA 歸零、SUCC 恢復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Neighbor 還在,但表裡的資訊過期:只把條目的 target_pci 改成舊值 205,而 cell 實際 pci 已經是 233。executor 換手前比對兩者不符,直接回 CellNotAvailable。UE 必須先搬回 s15,A3 才會反覆去撞這條壞掉的對應;不搬的話 att=0、病徵長不出來 —— 這是坑 1 的教訓。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measSampleRate=0 ∧ att=0 同步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建 ghost 條目 main→dead_c0,目標 cell 根本不存在 → 兩項天生同時為零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雙歸零才回收;只有一項為零可能只是暫時沒人走那個方向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 21600s(6h;測試壓縮 300s)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另留 main→tmp_c0 當單零對照:量得到,但沒人換過去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單零不刪 —— 卷面把「單訊號歸零就刪」明列為典型錯誤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REMOVE_REJECTED 事件(wire)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再建一條 protected 條目,REMOVE 下去 CU 必定拒絕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拒絕事件是 xApp 重啟後重建「不再重試」帳本的唯一料源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量測與換手嘗試「同時為零」且持續滿窗,才送 REMOVE 回收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被拒(受保護)= 記進「不再重試」帳本 + 送 SMO,絕不重複下手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重啟後靠事件流把帳本補回來,不會忘記自己做過什麼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預計操作結果:雙歸零滿窗才回收;判準是使用量不是年齡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四型矩陣:乾淨 REMOVED / 拒後零重發 / 單零不誤刪 / 活躍不碰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建 ghost 條目 main→dead_c0:目標 cell 根本不存在,所以量測與換手嘗試天生同時為零。另外建 main→old_c0 並標 protected(驗 REMOVE 被拒的路徑),再留 main→tmp_c0 當單零對照(量得到但沒人換過去,不得誤刪)。三種條目同場,回收判準的三種結局才驗得完整。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量測強(≥10/min,≥−95dBm)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兩條關係的量測都很強(UE 就在旁邊,需求真實存在)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先要「有人想去」,才談得上是不是被擋住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att ≡ 0 ∧ hoValidated=false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兩條的旗標設成一模一樣,差別只造在 hoValidated 與失敗史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旗標在 E2 看不到,只能靠行為訊號分辨哪一條該修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= 0(無失敗史)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n80 注入 40 筆歷史 RA 失敗;d02 一筆都沒有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有失敗史 = 正當封鎖(不動);沒有 = 無據封鎖(該修)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看不到,只能從行為推論是不是被無故封鎖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判定「無據」→ 成對解除 + 告警 + 確認 UE 真的開始走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判定「正當」(有失敗歷史)→ 看過就好,不動、也不告警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預計操作結果:由四項行為訊號推論,只修無據、不碰正當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+ live 自然發生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live:正當封鎖不碰(cum 有史)✅;sim hoValidated 已修並回填(08/26),假陽性成因消失,待 RIC 補「新生關係寬限」後重驗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兩條關係的旗標設成一模一樣(hoBlocklist+xnBlocklist),差別只造在行為訊號:n80 注入 40 筆歷史 RA 失敗事件並標 hoValidated=true(曾經正常服務過);d02 零失敗史、hoValidated=false。因為 v10 規定旗標在 E2 不可觀測,xApp 只能靠這些行為訊號分辨哪一條該修、哪一條不能碰。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